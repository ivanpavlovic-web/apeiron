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embeddedFontLst>
    <p:embeddedFont>
      <p:font typeface="Inter" panose="02000503000000020004" pitchFamily="2" charset="0"/>
      <p:regular r:id="rId11"/>
      <p:bold r:id="rId12"/>
      <p:italic r:id="rId13"/>
      <p:boldItalic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B1A55"/>
    <a:srgbClr val="9290C3"/>
    <a:srgbClr val="070F2B"/>
    <a:srgbClr val="535C91"/>
    <a:srgbClr val="FF2E63"/>
    <a:srgbClr val="08D9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pdeveloper2001@gmail.com" userId="df3861df75e5e036" providerId="LiveId" clId="{9DB71D41-2727-4DA4-BAE5-5614E56FC22D}"/>
    <pc:docChg chg="undo custSel addSld modSld">
      <pc:chgData name="ipdeveloper2001@gmail.com" userId="df3861df75e5e036" providerId="LiveId" clId="{9DB71D41-2727-4DA4-BAE5-5614E56FC22D}" dt="2026-09-09T04:11:21.425" v="313" actId="1076"/>
      <pc:docMkLst>
        <pc:docMk/>
      </pc:docMkLst>
      <pc:sldChg chg="addSp delSp modSp mod">
        <pc:chgData name="ipdeveloper2001@gmail.com" userId="df3861df75e5e036" providerId="LiveId" clId="{9DB71D41-2727-4DA4-BAE5-5614E56FC22D}" dt="2026-09-09T03:59:05.270" v="264" actId="12385"/>
        <pc:sldMkLst>
          <pc:docMk/>
          <pc:sldMk cId="2980930597" sldId="258"/>
        </pc:sldMkLst>
        <pc:spChg chg="mod">
          <ac:chgData name="ipdeveloper2001@gmail.com" userId="df3861df75e5e036" providerId="LiveId" clId="{9DB71D41-2727-4DA4-BAE5-5614E56FC22D}" dt="2026-09-09T03:47:23.107" v="55" actId="20577"/>
          <ac:spMkLst>
            <pc:docMk/>
            <pc:sldMk cId="2980930597" sldId="258"/>
            <ac:spMk id="2" creationId="{93DF1F27-EA9A-EECB-2BFA-7CC3AFC84516}"/>
          </ac:spMkLst>
        </pc:spChg>
        <pc:spChg chg="mod">
          <ac:chgData name="ipdeveloper2001@gmail.com" userId="df3861df75e5e036" providerId="LiveId" clId="{9DB71D41-2727-4DA4-BAE5-5614E56FC22D}" dt="2026-09-09T03:49:10.927" v="81" actId="1076"/>
          <ac:spMkLst>
            <pc:docMk/>
            <pc:sldMk cId="2980930597" sldId="258"/>
            <ac:spMk id="11" creationId="{45FB5B92-CF6D-5C7A-7625-9E8D270D5A7B}"/>
          </ac:spMkLst>
        </pc:spChg>
        <pc:graphicFrameChg chg="del mod modGraphic">
          <ac:chgData name="ipdeveloper2001@gmail.com" userId="df3861df75e5e036" providerId="LiveId" clId="{9DB71D41-2727-4DA4-BAE5-5614E56FC22D}" dt="2026-09-09T03:46:55.718" v="16" actId="478"/>
          <ac:graphicFrameMkLst>
            <pc:docMk/>
            <pc:sldMk cId="2980930597" sldId="258"/>
            <ac:graphicFrameMk id="7" creationId="{875DBDDF-0416-EE3A-5052-01040309DBC4}"/>
          </ac:graphicFrameMkLst>
        </pc:graphicFrameChg>
        <pc:graphicFrameChg chg="add mod modGraphic">
          <ac:chgData name="ipdeveloper2001@gmail.com" userId="df3861df75e5e036" providerId="LiveId" clId="{9DB71D41-2727-4DA4-BAE5-5614E56FC22D}" dt="2026-09-09T03:59:05.270" v="264" actId="12385"/>
          <ac:graphicFrameMkLst>
            <pc:docMk/>
            <pc:sldMk cId="2980930597" sldId="258"/>
            <ac:graphicFrameMk id="14" creationId="{F822F3DC-0400-0CD6-F35C-4432F8EED230}"/>
          </ac:graphicFrameMkLst>
        </pc:graphicFrameChg>
        <pc:picChg chg="del mod">
          <ac:chgData name="ipdeveloper2001@gmail.com" userId="df3861df75e5e036" providerId="LiveId" clId="{9DB71D41-2727-4DA4-BAE5-5614E56FC22D}" dt="2026-09-09T03:46:56.538" v="17" actId="478"/>
          <ac:picMkLst>
            <pc:docMk/>
            <pc:sldMk cId="2980930597" sldId="258"/>
            <ac:picMk id="5" creationId="{C9650D0B-54BA-424D-FD49-6E745F4F784A}"/>
          </ac:picMkLst>
        </pc:picChg>
        <pc:picChg chg="del">
          <ac:chgData name="ipdeveloper2001@gmail.com" userId="df3861df75e5e036" providerId="LiveId" clId="{9DB71D41-2727-4DA4-BAE5-5614E56FC22D}" dt="2026-09-09T03:46:53.488" v="15" actId="478"/>
          <ac:picMkLst>
            <pc:docMk/>
            <pc:sldMk cId="2980930597" sldId="258"/>
            <ac:picMk id="6" creationId="{00257B31-9CD5-02DC-1EF9-47A69967C99C}"/>
          </ac:picMkLst>
        </pc:picChg>
        <pc:picChg chg="add mod modCrop">
          <ac:chgData name="ipdeveloper2001@gmail.com" userId="df3861df75e5e036" providerId="LiveId" clId="{9DB71D41-2727-4DA4-BAE5-5614E56FC22D}" dt="2026-09-09T03:48:35.987" v="74" actId="14100"/>
          <ac:picMkLst>
            <pc:docMk/>
            <pc:sldMk cId="2980930597" sldId="258"/>
            <ac:picMk id="12" creationId="{95791372-5575-5D76-498A-F273ACE2161D}"/>
          </ac:picMkLst>
        </pc:picChg>
        <pc:picChg chg="add mod modCrop">
          <ac:chgData name="ipdeveloper2001@gmail.com" userId="df3861df75e5e036" providerId="LiveId" clId="{9DB71D41-2727-4DA4-BAE5-5614E56FC22D}" dt="2026-09-09T03:49:12.727" v="82" actId="1076"/>
          <ac:picMkLst>
            <pc:docMk/>
            <pc:sldMk cId="2980930597" sldId="258"/>
            <ac:picMk id="13" creationId="{FACEC4FA-6D68-345A-21A2-FBC81006EC95}"/>
          </ac:picMkLst>
        </pc:picChg>
      </pc:sldChg>
      <pc:sldChg chg="modSp add mod">
        <pc:chgData name="ipdeveloper2001@gmail.com" userId="df3861df75e5e036" providerId="LiveId" clId="{9DB71D41-2727-4DA4-BAE5-5614E56FC22D}" dt="2026-09-09T03:45:45.123" v="14" actId="14100"/>
        <pc:sldMkLst>
          <pc:docMk/>
          <pc:sldMk cId="1120525069" sldId="259"/>
        </pc:sldMkLst>
        <pc:spChg chg="mod">
          <ac:chgData name="ipdeveloper2001@gmail.com" userId="df3861df75e5e036" providerId="LiveId" clId="{9DB71D41-2727-4DA4-BAE5-5614E56FC22D}" dt="2026-09-09T03:45:18.618" v="8" actId="14100"/>
          <ac:spMkLst>
            <pc:docMk/>
            <pc:sldMk cId="1120525069" sldId="259"/>
            <ac:spMk id="3" creationId="{DDEFD9E5-B6D5-2704-FF6A-D0E6FE34E4F6}"/>
          </ac:spMkLst>
        </pc:spChg>
        <pc:spChg chg="mod">
          <ac:chgData name="ipdeveloper2001@gmail.com" userId="df3861df75e5e036" providerId="LiveId" clId="{9DB71D41-2727-4DA4-BAE5-5614E56FC22D}" dt="2026-09-09T03:45:36.167" v="12" actId="14100"/>
          <ac:spMkLst>
            <pc:docMk/>
            <pc:sldMk cId="1120525069" sldId="259"/>
            <ac:spMk id="11" creationId="{BB303341-52AE-8020-41A1-E19C83ACF9F9}"/>
          </ac:spMkLst>
        </pc:spChg>
        <pc:graphicFrameChg chg="modGraphic">
          <ac:chgData name="ipdeveloper2001@gmail.com" userId="df3861df75e5e036" providerId="LiveId" clId="{9DB71D41-2727-4DA4-BAE5-5614E56FC22D}" dt="2026-09-09T03:45:45.123" v="14" actId="14100"/>
          <ac:graphicFrameMkLst>
            <pc:docMk/>
            <pc:sldMk cId="1120525069" sldId="259"/>
            <ac:graphicFrameMk id="7" creationId="{9427432A-A47F-24A9-0424-B6D2C2666F55}"/>
          </ac:graphicFrameMkLst>
        </pc:graphicFrameChg>
        <pc:picChg chg="mod">
          <ac:chgData name="ipdeveloper2001@gmail.com" userId="df3861df75e5e036" providerId="LiveId" clId="{9DB71D41-2727-4DA4-BAE5-5614E56FC22D}" dt="2026-09-09T03:45:39.088" v="13" actId="14100"/>
          <ac:picMkLst>
            <pc:docMk/>
            <pc:sldMk cId="1120525069" sldId="259"/>
            <ac:picMk id="5" creationId="{B8978CC7-F6F6-DB00-884E-69118DEE6115}"/>
          </ac:picMkLst>
        </pc:picChg>
      </pc:sldChg>
      <pc:sldChg chg="addSp delSp modSp add mod">
        <pc:chgData name="ipdeveloper2001@gmail.com" userId="df3861df75e5e036" providerId="LiveId" clId="{9DB71D41-2727-4DA4-BAE5-5614E56FC22D}" dt="2026-09-09T03:53:08.334" v="151" actId="1076"/>
        <pc:sldMkLst>
          <pc:docMk/>
          <pc:sldMk cId="2846763625" sldId="260"/>
        </pc:sldMkLst>
        <pc:spChg chg="mod">
          <ac:chgData name="ipdeveloper2001@gmail.com" userId="df3861df75e5e036" providerId="LiveId" clId="{9DB71D41-2727-4DA4-BAE5-5614E56FC22D}" dt="2026-09-09T03:51:52.369" v="137" actId="20577"/>
          <ac:spMkLst>
            <pc:docMk/>
            <pc:sldMk cId="2846763625" sldId="260"/>
            <ac:spMk id="2" creationId="{749F065D-E4BB-473C-8236-2A26AE335705}"/>
          </ac:spMkLst>
        </pc:spChg>
        <pc:spChg chg="mod">
          <ac:chgData name="ipdeveloper2001@gmail.com" userId="df3861df75e5e036" providerId="LiveId" clId="{9DB71D41-2727-4DA4-BAE5-5614E56FC22D}" dt="2026-09-09T03:50:18.247" v="86"/>
          <ac:spMkLst>
            <pc:docMk/>
            <pc:sldMk cId="2846763625" sldId="260"/>
            <ac:spMk id="3" creationId="{649C97C6-8E27-07E5-EEFF-49697CC148E9}"/>
          </ac:spMkLst>
        </pc:spChg>
        <pc:spChg chg="mod">
          <ac:chgData name="ipdeveloper2001@gmail.com" userId="df3861df75e5e036" providerId="LiveId" clId="{9DB71D41-2727-4DA4-BAE5-5614E56FC22D}" dt="2026-09-09T03:52:33.570" v="146" actId="1076"/>
          <ac:spMkLst>
            <pc:docMk/>
            <pc:sldMk cId="2846763625" sldId="260"/>
            <ac:spMk id="11" creationId="{DFC3B627-71F3-CA4A-1CDE-DB70D1EA6A99}"/>
          </ac:spMkLst>
        </pc:spChg>
        <pc:graphicFrameChg chg="del">
          <ac:chgData name="ipdeveloper2001@gmail.com" userId="df3861df75e5e036" providerId="LiveId" clId="{9DB71D41-2727-4DA4-BAE5-5614E56FC22D}" dt="2026-09-09T03:51:23.521" v="103" actId="478"/>
          <ac:graphicFrameMkLst>
            <pc:docMk/>
            <pc:sldMk cId="2846763625" sldId="260"/>
            <ac:graphicFrameMk id="7" creationId="{21B7649A-C6ED-B97F-556E-FC789A37D2CD}"/>
          </ac:graphicFrameMkLst>
        </pc:graphicFrameChg>
        <pc:graphicFrameChg chg="add mod modGraphic">
          <ac:chgData name="ipdeveloper2001@gmail.com" userId="df3861df75e5e036" providerId="LiveId" clId="{9DB71D41-2727-4DA4-BAE5-5614E56FC22D}" dt="2026-09-09T03:53:08.334" v="151" actId="1076"/>
          <ac:graphicFrameMkLst>
            <pc:docMk/>
            <pc:sldMk cId="2846763625" sldId="260"/>
            <ac:graphicFrameMk id="10" creationId="{2866EA27-9BB2-A114-FD17-11F225C31A26}"/>
          </ac:graphicFrameMkLst>
        </pc:graphicFrameChg>
        <pc:picChg chg="del">
          <ac:chgData name="ipdeveloper2001@gmail.com" userId="df3861df75e5e036" providerId="LiveId" clId="{9DB71D41-2727-4DA4-BAE5-5614E56FC22D}" dt="2026-09-09T03:50:24.647" v="88" actId="478"/>
          <ac:picMkLst>
            <pc:docMk/>
            <pc:sldMk cId="2846763625" sldId="260"/>
            <ac:picMk id="5" creationId="{2515C2EF-23E1-825D-5DC8-6FEDED4278A3}"/>
          </ac:picMkLst>
        </pc:picChg>
        <pc:picChg chg="del">
          <ac:chgData name="ipdeveloper2001@gmail.com" userId="df3861df75e5e036" providerId="LiveId" clId="{9DB71D41-2727-4DA4-BAE5-5614E56FC22D}" dt="2026-09-09T03:50:24.227" v="87" actId="478"/>
          <ac:picMkLst>
            <pc:docMk/>
            <pc:sldMk cId="2846763625" sldId="260"/>
            <ac:picMk id="6" creationId="{152893EE-84D7-6D8A-1211-7FDE1D81BC8F}"/>
          </ac:picMkLst>
        </pc:picChg>
        <pc:picChg chg="add mod modCrop">
          <ac:chgData name="ipdeveloper2001@gmail.com" userId="df3861df75e5e036" providerId="LiveId" clId="{9DB71D41-2727-4DA4-BAE5-5614E56FC22D}" dt="2026-09-09T03:50:42.507" v="93" actId="14100"/>
          <ac:picMkLst>
            <pc:docMk/>
            <pc:sldMk cId="2846763625" sldId="260"/>
            <ac:picMk id="8" creationId="{A206EDDB-CF25-A07B-E771-5285D1F7E288}"/>
          </ac:picMkLst>
        </pc:picChg>
        <pc:picChg chg="add mod modCrop">
          <ac:chgData name="ipdeveloper2001@gmail.com" userId="df3861df75e5e036" providerId="LiveId" clId="{9DB71D41-2727-4DA4-BAE5-5614E56FC22D}" dt="2026-09-09T03:51:05.547" v="98" actId="14100"/>
          <ac:picMkLst>
            <pc:docMk/>
            <pc:sldMk cId="2846763625" sldId="260"/>
            <ac:picMk id="9" creationId="{05C20807-D4F8-CF9B-2FFE-F65922D09554}"/>
          </ac:picMkLst>
        </pc:picChg>
      </pc:sldChg>
      <pc:sldChg chg="addSp delSp modSp add mod">
        <pc:chgData name="ipdeveloper2001@gmail.com" userId="df3861df75e5e036" providerId="LiveId" clId="{9DB71D41-2727-4DA4-BAE5-5614E56FC22D}" dt="2026-09-09T03:56:45.550" v="238" actId="1076"/>
        <pc:sldMkLst>
          <pc:docMk/>
          <pc:sldMk cId="3735861500" sldId="261"/>
        </pc:sldMkLst>
        <pc:spChg chg="mod">
          <ac:chgData name="ipdeveloper2001@gmail.com" userId="df3861df75e5e036" providerId="LiveId" clId="{9DB71D41-2727-4DA4-BAE5-5614E56FC22D}" dt="2026-09-09T03:53:38.927" v="196" actId="20577"/>
          <ac:spMkLst>
            <pc:docMk/>
            <pc:sldMk cId="3735861500" sldId="261"/>
            <ac:spMk id="2" creationId="{3A12799A-CCA7-660D-631D-608E91C66BD7}"/>
          </ac:spMkLst>
        </pc:spChg>
        <pc:spChg chg="mod">
          <ac:chgData name="ipdeveloper2001@gmail.com" userId="df3861df75e5e036" providerId="LiveId" clId="{9DB71D41-2727-4DA4-BAE5-5614E56FC22D}" dt="2026-09-09T03:53:51.047" v="197"/>
          <ac:spMkLst>
            <pc:docMk/>
            <pc:sldMk cId="3735861500" sldId="261"/>
            <ac:spMk id="3" creationId="{0F9BD99F-A9A7-D637-66AE-30EA207950B8}"/>
          </ac:spMkLst>
        </pc:spChg>
        <pc:spChg chg="mod">
          <ac:chgData name="ipdeveloper2001@gmail.com" userId="df3861df75e5e036" providerId="LiveId" clId="{9DB71D41-2727-4DA4-BAE5-5614E56FC22D}" dt="2026-09-09T03:55:31.910" v="221" actId="1076"/>
          <ac:spMkLst>
            <pc:docMk/>
            <pc:sldMk cId="3735861500" sldId="261"/>
            <ac:spMk id="11" creationId="{AB748E8D-5D60-1EFE-BB29-7C61EDE6701D}"/>
          </ac:spMkLst>
        </pc:spChg>
        <pc:graphicFrameChg chg="add mod modGraphic">
          <ac:chgData name="ipdeveloper2001@gmail.com" userId="df3861df75e5e036" providerId="LiveId" clId="{9DB71D41-2727-4DA4-BAE5-5614E56FC22D}" dt="2026-09-09T03:56:45.550" v="238" actId="1076"/>
          <ac:graphicFrameMkLst>
            <pc:docMk/>
            <pc:sldMk cId="3735861500" sldId="261"/>
            <ac:graphicFrameMk id="7" creationId="{3788A94C-9C88-B0DF-0FCE-299DC8FFB1D6}"/>
          </ac:graphicFrameMkLst>
        </pc:graphicFrameChg>
        <pc:graphicFrameChg chg="del">
          <ac:chgData name="ipdeveloper2001@gmail.com" userId="df3861df75e5e036" providerId="LiveId" clId="{9DB71D41-2727-4DA4-BAE5-5614E56FC22D}" dt="2026-09-09T03:54:26.170" v="201" actId="478"/>
          <ac:graphicFrameMkLst>
            <pc:docMk/>
            <pc:sldMk cId="3735861500" sldId="261"/>
            <ac:graphicFrameMk id="10" creationId="{17756282-37BA-AEF5-0CAC-57E1DA9F5287}"/>
          </ac:graphicFrameMkLst>
        </pc:graphicFrameChg>
        <pc:picChg chg="add mod modCrop">
          <ac:chgData name="ipdeveloper2001@gmail.com" userId="df3861df75e5e036" providerId="LiveId" clId="{9DB71D41-2727-4DA4-BAE5-5614E56FC22D}" dt="2026-09-09T03:55:21.139" v="217" actId="1076"/>
          <ac:picMkLst>
            <pc:docMk/>
            <pc:sldMk cId="3735861500" sldId="261"/>
            <ac:picMk id="5" creationId="{952CF0D8-5856-7286-248C-F6C34EC60852}"/>
          </ac:picMkLst>
        </pc:picChg>
        <pc:picChg chg="add mod modCrop">
          <ac:chgData name="ipdeveloper2001@gmail.com" userId="df3861df75e5e036" providerId="LiveId" clId="{9DB71D41-2727-4DA4-BAE5-5614E56FC22D}" dt="2026-09-09T03:55:16.237" v="216" actId="14100"/>
          <ac:picMkLst>
            <pc:docMk/>
            <pc:sldMk cId="3735861500" sldId="261"/>
            <ac:picMk id="6" creationId="{0C17260C-6295-D191-AD52-A4A58479D971}"/>
          </ac:picMkLst>
        </pc:picChg>
        <pc:picChg chg="del">
          <ac:chgData name="ipdeveloper2001@gmail.com" userId="df3861df75e5e036" providerId="LiveId" clId="{9DB71D41-2727-4DA4-BAE5-5614E56FC22D}" dt="2026-09-09T03:54:23.643" v="199" actId="478"/>
          <ac:picMkLst>
            <pc:docMk/>
            <pc:sldMk cId="3735861500" sldId="261"/>
            <ac:picMk id="8" creationId="{2719A202-F6D3-E1CE-D6DF-16E71E153BAC}"/>
          </ac:picMkLst>
        </pc:picChg>
        <pc:picChg chg="del">
          <ac:chgData name="ipdeveloper2001@gmail.com" userId="df3861df75e5e036" providerId="LiveId" clId="{9DB71D41-2727-4DA4-BAE5-5614E56FC22D}" dt="2026-09-09T03:54:24.157" v="200" actId="478"/>
          <ac:picMkLst>
            <pc:docMk/>
            <pc:sldMk cId="3735861500" sldId="261"/>
            <ac:picMk id="9" creationId="{36A35E79-A5E8-F8EA-658C-1ACF63577CFC}"/>
          </ac:picMkLst>
        </pc:picChg>
      </pc:sldChg>
      <pc:sldChg chg="addSp delSp modSp add mod">
        <pc:chgData name="ipdeveloper2001@gmail.com" userId="df3861df75e5e036" providerId="LiveId" clId="{9DB71D41-2727-4DA4-BAE5-5614E56FC22D}" dt="2026-09-09T04:10:30.969" v="281" actId="207"/>
        <pc:sldMkLst>
          <pc:docMk/>
          <pc:sldMk cId="881528219" sldId="262"/>
        </pc:sldMkLst>
        <pc:spChg chg="mod">
          <ac:chgData name="ipdeveloper2001@gmail.com" userId="df3861df75e5e036" providerId="LiveId" clId="{9DB71D41-2727-4DA4-BAE5-5614E56FC22D}" dt="2026-09-09T03:58:54.074" v="261" actId="20577"/>
          <ac:spMkLst>
            <pc:docMk/>
            <pc:sldMk cId="881528219" sldId="262"/>
            <ac:spMk id="2" creationId="{FC5AC68A-13CC-77CB-43BE-073F9CB57436}"/>
          </ac:spMkLst>
        </pc:spChg>
        <pc:spChg chg="del">
          <ac:chgData name="ipdeveloper2001@gmail.com" userId="df3861df75e5e036" providerId="LiveId" clId="{9DB71D41-2727-4DA4-BAE5-5614E56FC22D}" dt="2026-09-09T03:58:48.690" v="244" actId="478"/>
          <ac:spMkLst>
            <pc:docMk/>
            <pc:sldMk cId="881528219" sldId="262"/>
            <ac:spMk id="3" creationId="{B1264A2A-C2F5-BA15-F07F-6B3BFDBEE47E}"/>
          </ac:spMkLst>
        </pc:spChg>
        <pc:spChg chg="del">
          <ac:chgData name="ipdeveloper2001@gmail.com" userId="df3861df75e5e036" providerId="LiveId" clId="{9DB71D41-2727-4DA4-BAE5-5614E56FC22D}" dt="2026-09-09T03:58:45.730" v="242" actId="478"/>
          <ac:spMkLst>
            <pc:docMk/>
            <pc:sldMk cId="881528219" sldId="262"/>
            <ac:spMk id="11" creationId="{4F7AB30A-EB40-F512-4BF5-95CE5BE14449}"/>
          </ac:spMkLst>
        </pc:spChg>
        <pc:graphicFrameChg chg="del">
          <ac:chgData name="ipdeveloper2001@gmail.com" userId="df3861df75e5e036" providerId="LiveId" clId="{9DB71D41-2727-4DA4-BAE5-5614E56FC22D}" dt="2026-09-09T03:58:47.130" v="243" actId="478"/>
          <ac:graphicFrameMkLst>
            <pc:docMk/>
            <pc:sldMk cId="881528219" sldId="262"/>
            <ac:graphicFrameMk id="7" creationId="{DBE48884-8339-7EBC-140F-FB71B41FDEC9}"/>
          </ac:graphicFrameMkLst>
        </pc:graphicFrameChg>
        <pc:graphicFrameChg chg="add mod modGraphic">
          <ac:chgData name="ipdeveloper2001@gmail.com" userId="df3861df75e5e036" providerId="LiveId" clId="{9DB71D41-2727-4DA4-BAE5-5614E56FC22D}" dt="2026-09-09T04:10:30.969" v="281" actId="207"/>
          <ac:graphicFrameMkLst>
            <pc:docMk/>
            <pc:sldMk cId="881528219" sldId="262"/>
            <ac:graphicFrameMk id="8" creationId="{CC154DCA-E2E5-26DB-EDF4-F6BA42C0362D}"/>
          </ac:graphicFrameMkLst>
        </pc:graphicFrameChg>
        <pc:picChg chg="del">
          <ac:chgData name="ipdeveloper2001@gmail.com" userId="df3861df75e5e036" providerId="LiveId" clId="{9DB71D41-2727-4DA4-BAE5-5614E56FC22D}" dt="2026-09-09T03:58:44.010" v="241" actId="478"/>
          <ac:picMkLst>
            <pc:docMk/>
            <pc:sldMk cId="881528219" sldId="262"/>
            <ac:picMk id="5" creationId="{34E89D39-AE39-C793-9710-F39B17DB6DE7}"/>
          </ac:picMkLst>
        </pc:picChg>
        <pc:picChg chg="del">
          <ac:chgData name="ipdeveloper2001@gmail.com" userId="df3861df75e5e036" providerId="LiveId" clId="{9DB71D41-2727-4DA4-BAE5-5614E56FC22D}" dt="2026-09-09T03:58:43.546" v="240" actId="478"/>
          <ac:picMkLst>
            <pc:docMk/>
            <pc:sldMk cId="881528219" sldId="262"/>
            <ac:picMk id="6" creationId="{E862E1D9-E1A8-9F8E-439D-5F96FFD7B97A}"/>
          </ac:picMkLst>
        </pc:picChg>
      </pc:sldChg>
      <pc:sldChg chg="delSp modSp add mod">
        <pc:chgData name="ipdeveloper2001@gmail.com" userId="df3861df75e5e036" providerId="LiveId" clId="{9DB71D41-2727-4DA4-BAE5-5614E56FC22D}" dt="2026-09-09T04:11:21.425" v="313" actId="1076"/>
        <pc:sldMkLst>
          <pc:docMk/>
          <pc:sldMk cId="1582963296" sldId="263"/>
        </pc:sldMkLst>
        <pc:spChg chg="mod">
          <ac:chgData name="ipdeveloper2001@gmail.com" userId="df3861df75e5e036" providerId="LiveId" clId="{9DB71D41-2727-4DA4-BAE5-5614E56FC22D}" dt="2026-09-09T04:11:21.425" v="313" actId="1076"/>
          <ac:spMkLst>
            <pc:docMk/>
            <pc:sldMk cId="1582963296" sldId="263"/>
            <ac:spMk id="2" creationId="{38529859-7471-6D82-08F6-B9E740C3BD84}"/>
          </ac:spMkLst>
        </pc:spChg>
        <pc:graphicFrameChg chg="del">
          <ac:chgData name="ipdeveloper2001@gmail.com" userId="df3861df75e5e036" providerId="LiveId" clId="{9DB71D41-2727-4DA4-BAE5-5614E56FC22D}" dt="2026-09-09T04:10:42.362" v="283" actId="478"/>
          <ac:graphicFrameMkLst>
            <pc:docMk/>
            <pc:sldMk cId="1582963296" sldId="263"/>
            <ac:graphicFrameMk id="8" creationId="{E7997EF5-E256-CE94-6C34-0712D21AE5C4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65BFAB-7B3D-4C64-828A-C54B7816C53C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42FD0C-F4DA-4BF2-B409-12250F0261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9188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2FD0C-F4DA-4BF2-B409-12250F02617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6078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D9E35-9241-52AE-C4C3-547A890228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8EDC64-B5C0-7CC1-9158-EE923922DE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E071A4-24CC-71E5-CF60-4675519C11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8F7F87-1F42-2936-7661-624D4B586A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2FD0C-F4DA-4BF2-B409-12250F02617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3653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B2A35-90B1-5A37-CF7F-E123E12BD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CB3BA5-B7B6-E35F-F3A2-6BFD088B14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64F267-46E9-8EDD-44FC-A6D7E327FC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2A2E17-C696-CCD5-D3C7-F40FE39B4F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2FD0C-F4DA-4BF2-B409-12250F02617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4115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E90BAC-F5E1-FE3E-DAB1-CFE73E8B5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EE287A-6472-E7BE-3592-E553650E2D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D00446-21AB-FBF1-5BA2-558633982B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48A2FE-4872-EA23-CE88-0090D182EB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2FD0C-F4DA-4BF2-B409-12250F02617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0612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501BBC-08BF-99E9-3C34-4D091B24A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44ACBD-176B-98E3-2738-155FCEE413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B4552A-55DB-C8EC-24B9-74925D7E41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21320F-C6F6-D948-530C-9804DEC100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2FD0C-F4DA-4BF2-B409-12250F02617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5100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9D5658-BA39-9D86-25AF-006B8FC7A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405FD1-7FBF-02E7-D88C-818E4E4DD3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895F00-4782-1686-F01D-C8A2138828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885775-EAF3-8679-8EFF-B18E00B77E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2FD0C-F4DA-4BF2-B409-12250F02617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3608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8A3AF3-3F86-6110-1302-650DD3FF2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5F00B8-21E0-09E9-42AE-EF3CAD9AA3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9D35E8-B399-E61D-AAB2-334A393CA2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6A7F4F-49C8-D24E-0861-80E98D8ADB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2FD0C-F4DA-4BF2-B409-12250F02617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3323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54CC9-B80F-2387-DC15-A2D222814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406E87-C4A7-CF56-0B73-49A73E40E6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6089A9-2ECC-4F80-E17E-F22DFAB67C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A9B22F-C14E-A7FF-3EFC-DFA0E8F1AC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2FD0C-F4DA-4BF2-B409-12250F02617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3978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2E511-C246-4B72-4A95-85904345DC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A9CACD-1F4C-B5EE-E746-7F01C40241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C57E2F-EFAA-10A4-4CA4-4A4AC9BCE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FEE9B-EB64-4AC2-AF8C-18F0E6EF5156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A9B409-569D-559C-5FA4-FEA22B965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EEC9EA-DA86-6A7A-117B-830447F0F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AEC9E-CF0C-475A-8C01-7BD74ECFEF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0430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DBC65-D823-9385-5B71-B8426E3AA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E3A250-D32A-4A1C-6319-8A10E16865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EC654E-1A9C-BD47-B120-A015D7A70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FEE9B-EB64-4AC2-AF8C-18F0E6EF5156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43DABF-16FB-4BBE-2217-7A9C973FE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93ACD2-0146-ADBD-19E3-2051B394E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AEC9E-CF0C-475A-8C01-7BD74ECFEF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55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81AE7-877E-F24D-ED60-CB0252A0B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150D94-8D67-5122-D5CE-618F9B7EE4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60D3F0-9AEC-DE9D-6936-E8DF0871E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FEE9B-EB64-4AC2-AF8C-18F0E6EF5156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9D52F5-CAD1-F4BD-63B5-808952DEA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A988D8-7B31-DA6D-55F6-FC2268F78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AEC9E-CF0C-475A-8C01-7BD74ECFEF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154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05741-1B05-BA9F-109A-83AB46C90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29465D-154C-CC1A-B3CA-5096919048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44DF03-49E1-AA7B-F915-A075F9D16F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B79B71-4A25-9C73-03B7-E9DA3BF0C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FEE9B-EB64-4AC2-AF8C-18F0E6EF5156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FB2377-5454-E71D-F1A0-30C26093C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CFF482-6AE4-F7D4-9F2F-AEAB7F93B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AEC9E-CF0C-475A-8C01-7BD74ECFEF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4505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00A66-15F5-B7EC-105C-B2198E9E1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8AB5EA-5E7F-0B9A-8EFA-218BB8B8DE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C0934C-F8F8-E0CD-0B62-18F1A3BA97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AD64E7-6F50-3ABE-8DC1-26DBC95283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7A1D35-9B68-DC26-4905-1792F9CD56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D33ED50-2503-690B-6A81-F2CBBE68A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FEE9B-EB64-4AC2-AF8C-18F0E6EF5156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E69EA5-E744-91A0-38FE-58623FDF2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63349F-BEB0-905A-D5EF-1B2011BA6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AEC9E-CF0C-475A-8C01-7BD74ECFEF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922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9770C-79C6-77B7-A47C-379221644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290492-0DEA-4D6D-541F-5FF78556D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FEE9B-EB64-4AC2-AF8C-18F0E6EF5156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0177A9-1672-77F4-7AC1-F471E1EE8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6A369B-AEE7-D040-0C31-0ABCF1E1B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AEC9E-CF0C-475A-8C01-7BD74ECFEF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9554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37660D-AC2D-989E-CF4A-0DB46BA22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FEE9B-EB64-4AC2-AF8C-18F0E6EF5156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B36F87-ADE7-0BFC-6658-320EAEF78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A439E7-FA44-467A-9B5A-D660FBD71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AEC9E-CF0C-475A-8C01-7BD74ECFEF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473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C7A82-9872-0672-7401-9FB18AC1A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BC577F-1125-3C36-1601-A62D4FF1BE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D7F9A4-37FE-6196-A89A-131FD47ED5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0B0ACC-CE9E-F782-7B9E-E881200E5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FEE9B-EB64-4AC2-AF8C-18F0E6EF5156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1B8365-83E2-4FA7-CAB1-9D8C42D81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1DE293-3902-C62F-9D8A-FDF3466AA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AEC9E-CF0C-475A-8C01-7BD74ECFEF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0528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D8A3F-A6CE-58B5-9309-04D33A8F85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0FB6C6-E053-DA0A-9386-1BEFB3E82D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24BF17-1CDC-7BFC-5BF8-43FEFAD87E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E3378D-8B05-5ABD-2850-0E1875CC9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FEE9B-EB64-4AC2-AF8C-18F0E6EF5156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16F9DE-1B1D-2908-8E03-E7A230ED5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A6DEBB-91C6-5370-5353-8FA96C5C2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AEC9E-CF0C-475A-8C01-7BD74ECFEF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3848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39542-4BAD-774E-1F06-2E866A168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63B12C-A8D7-81A6-4DF6-9329D724C9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3DFC84-4665-6808-A7A0-6FDE6AA59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FEE9B-EB64-4AC2-AF8C-18F0E6EF5156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98C8BC-C307-E972-A0E0-07DD632A5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F56586-0404-DCD8-9DB2-53BBABDCF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AEC9E-CF0C-475A-8C01-7BD74ECFEF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3310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FD54CB-5B4D-AE74-4861-B50BFBE86A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4636A9-EF54-9E05-3B14-9AA96F717E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1AF1DF-E24F-0338-4D8B-D28AB3D9C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FEE9B-EB64-4AC2-AF8C-18F0E6EF5156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59F722-D736-F5C7-3472-35B4CA75D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7E40FA-1D57-6C7B-6235-F3C690089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AEC9E-CF0C-475A-8C01-7BD74ECFEF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741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1C856D-31AA-B7BD-EE37-C711D0EE8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940587-6CA6-2FF1-DA67-C92F9B8A53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901B76-513F-7D9C-35B2-BEAD191C17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EFEE9B-EB64-4AC2-AF8C-18F0E6EF5156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23B615-42DD-77B2-D93C-1A22809368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5D0FF5-AA5E-99D2-65AD-9A5FEAF6BD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AAEC9E-CF0C-475A-8C01-7BD74ECFEF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6083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7341240-1AA5-9D06-0157-FC884785BCD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35C9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AFEC2B-1A2A-2BE1-8A38-C429D4D810A8}"/>
              </a:ext>
            </a:extLst>
          </p:cNvPr>
          <p:cNvSpPr txBox="1"/>
          <p:nvPr/>
        </p:nvSpPr>
        <p:spPr>
          <a:xfrm>
            <a:off x="2136648" y="966788"/>
            <a:ext cx="7918704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Latn-BA" sz="4000" b="1">
                <a:solidFill>
                  <a:schemeClr val="bg1">
                    <a:lumMod val="9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UPOREDNA ANALIZA SEKVENCIJALNOG I PARALELNOG PROGRAMIRANJA U PYTHON OKRUŽENJU</a:t>
            </a:r>
            <a:endParaRPr lang="en-US" sz="4000">
              <a:solidFill>
                <a:schemeClr val="bg1">
                  <a:lumMod val="95000"/>
                </a:schemeClr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30CD57-2ED6-CDA7-D57F-43AA8182A900}"/>
              </a:ext>
            </a:extLst>
          </p:cNvPr>
          <p:cNvSpPr txBox="1"/>
          <p:nvPr/>
        </p:nvSpPr>
        <p:spPr>
          <a:xfrm>
            <a:off x="173736" y="5103674"/>
            <a:ext cx="451713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CS" b="1">
                <a:latin typeface="Inter" panose="02000503000000020004" pitchFamily="2" charset="0"/>
                <a:ea typeface="Inter" panose="02000503000000020004" pitchFamily="2" charset="0"/>
              </a:rPr>
              <a:t>Predmetni nastavnik</a:t>
            </a:r>
            <a:endParaRPr lang="en-US">
              <a:latin typeface="Inter" panose="02000503000000020004" pitchFamily="2" charset="0"/>
              <a:ea typeface="Inter" panose="02000503000000020004" pitchFamily="2" charset="0"/>
            </a:endParaRPr>
          </a:p>
          <a:p>
            <a:r>
              <a:rPr lang="en-US" b="1">
                <a:solidFill>
                  <a:srgbClr val="9290C3"/>
                </a:solidFill>
                <a:latin typeface="Inter" panose="02000503000000020004" pitchFamily="2" charset="0"/>
                <a:ea typeface="Inter" panose="02000503000000020004" pitchFamily="2" charset="0"/>
              </a:rPr>
              <a:t>Prof.dr Negovan Stamenković</a:t>
            </a:r>
            <a:endParaRPr lang="en-US">
              <a:solidFill>
                <a:srgbClr val="9290C3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  <a:p>
            <a:r>
              <a:rPr lang="sr-Latn-CS" b="1">
                <a:latin typeface="Inter" panose="02000503000000020004" pitchFamily="2" charset="0"/>
                <a:ea typeface="Inter" panose="02000503000000020004" pitchFamily="2" charset="0"/>
              </a:rPr>
              <a:t> </a:t>
            </a:r>
            <a:endParaRPr lang="en-US">
              <a:latin typeface="Inter" panose="02000503000000020004" pitchFamily="2" charset="0"/>
              <a:ea typeface="Inter" panose="02000503000000020004" pitchFamily="2" charset="0"/>
            </a:endParaRPr>
          </a:p>
          <a:p>
            <a:r>
              <a:rPr lang="sr-Latn-BA" b="1">
                <a:latin typeface="Inter" panose="02000503000000020004" pitchFamily="2" charset="0"/>
                <a:ea typeface="Inter" panose="02000503000000020004" pitchFamily="2" charset="0"/>
              </a:rPr>
              <a:t>Student: </a:t>
            </a:r>
            <a:r>
              <a:rPr lang="sr-Latn-CS" b="1">
                <a:solidFill>
                  <a:srgbClr val="9290C3"/>
                </a:solidFill>
                <a:latin typeface="Inter" panose="02000503000000020004" pitchFamily="2" charset="0"/>
                <a:ea typeface="Inter" panose="02000503000000020004" pitchFamily="2" charset="0"/>
              </a:rPr>
              <a:t>Pavlović Ivan</a:t>
            </a:r>
            <a:endParaRPr lang="en-US">
              <a:solidFill>
                <a:srgbClr val="9290C3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  <a:p>
            <a:r>
              <a:rPr lang="sr-Latn-CS" b="1">
                <a:solidFill>
                  <a:srgbClr val="070F2B"/>
                </a:solidFill>
                <a:latin typeface="Inter" panose="02000503000000020004" pitchFamily="2" charset="0"/>
                <a:ea typeface="Inter" panose="02000503000000020004" pitchFamily="2" charset="0"/>
              </a:rPr>
              <a:t>Br. Indeksa : </a:t>
            </a:r>
            <a:r>
              <a:rPr lang="sr-Latn-CS" b="1">
                <a:solidFill>
                  <a:srgbClr val="9290C3"/>
                </a:solidFill>
                <a:latin typeface="Inter" panose="02000503000000020004" pitchFamily="2" charset="0"/>
                <a:ea typeface="Inter" panose="02000503000000020004" pitchFamily="2" charset="0"/>
              </a:rPr>
              <a:t>92-20/RITP-S</a:t>
            </a:r>
            <a:endParaRPr lang="en-US">
              <a:solidFill>
                <a:srgbClr val="9290C3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  <a:p>
            <a:endParaRPr lang="en-US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50031B-6705-4914-984F-7E0E374C3BD9}"/>
              </a:ext>
            </a:extLst>
          </p:cNvPr>
          <p:cNvSpPr txBox="1"/>
          <p:nvPr/>
        </p:nvSpPr>
        <p:spPr>
          <a:xfrm>
            <a:off x="3044952" y="3952221"/>
            <a:ext cx="7342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b="1">
                <a:solidFill>
                  <a:srgbClr val="1B1A55"/>
                </a:solidFill>
                <a:latin typeface="Inter" panose="02000503000000020004" pitchFamily="2" charset="0"/>
                <a:ea typeface="Inter" panose="02000503000000020004" pitchFamily="2" charset="0"/>
              </a:rPr>
              <a:t>Konkurentno računarstvo – paralelno programiranje</a:t>
            </a:r>
            <a:endParaRPr lang="en-US">
              <a:solidFill>
                <a:srgbClr val="1B1A55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03442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24DAF2-6F09-EE49-82A3-837BF92D61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8EEB336-A98A-EAD2-FD3C-6D7D4AA9853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35C9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BA"/>
              <a:t>t</a:t>
            </a:r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88AE58F-198F-3F0A-CEFF-73FFE8B1B0FA}"/>
              </a:ext>
            </a:extLst>
          </p:cNvPr>
          <p:cNvSpPr txBox="1"/>
          <p:nvPr/>
        </p:nvSpPr>
        <p:spPr>
          <a:xfrm>
            <a:off x="100584" y="118872"/>
            <a:ext cx="42336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BA" b="1">
                <a:solidFill>
                  <a:schemeClr val="bg1">
                    <a:lumMod val="9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SIMULACIJA MREŽNIH ZAHTJEVA</a:t>
            </a:r>
            <a:endParaRPr lang="en-US" b="1">
              <a:solidFill>
                <a:schemeClr val="bg1">
                  <a:lumMod val="95000"/>
                </a:schemeClr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0BE9B3-E3E7-0703-DD9C-30EC6B33AE91}"/>
              </a:ext>
            </a:extLst>
          </p:cNvPr>
          <p:cNvSpPr txBox="1"/>
          <p:nvPr/>
        </p:nvSpPr>
        <p:spPr>
          <a:xfrm>
            <a:off x="100584" y="488204"/>
            <a:ext cx="80650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>
                <a:latin typeface="Inter" panose="02000503000000020004" pitchFamily="2" charset="0"/>
                <a:ea typeface="Inter" panose="02000503000000020004" pitchFamily="2" charset="0"/>
              </a:rPr>
              <a:t>5 nezavisnih HTTP zahtjeva, svaki sa kašnjenjem od 1 s (time.sleep(1))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>
                <a:latin typeface="Inter" panose="02000503000000020004" pitchFamily="2" charset="0"/>
                <a:ea typeface="Inter" panose="02000503000000020004" pitchFamily="2" charset="0"/>
              </a:rPr>
              <a:t>Sekvencijalno: jedan po jedan → ~5 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>
                <a:latin typeface="Inter" panose="02000503000000020004" pitchFamily="2" charset="0"/>
                <a:ea typeface="Inter" panose="02000503000000020004" pitchFamily="2" charset="0"/>
              </a:rPr>
              <a:t>Paralelno: ThreadPoolExecutor(max_workers=5) → svi odjednom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31BE635-E8C7-2F19-00F1-0D60C69638C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974" r="50000"/>
          <a:stretch>
            <a:fillRect/>
          </a:stretch>
        </p:blipFill>
        <p:spPr>
          <a:xfrm>
            <a:off x="8196072" y="1391312"/>
            <a:ext cx="3895344" cy="443198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29895CF-FC01-14BF-C486-4B6DBD8072C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320" r="43671"/>
          <a:stretch>
            <a:fillRect/>
          </a:stretch>
        </p:blipFill>
        <p:spPr>
          <a:xfrm>
            <a:off x="3441192" y="1534601"/>
            <a:ext cx="4654296" cy="4145409"/>
          </a:xfrm>
          <a:prstGeom prst="rect">
            <a:avLst/>
          </a:prstGeom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EDA854B7-BBC1-1BA3-A6CE-3728907AEE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9680910"/>
              </p:ext>
            </p:extLst>
          </p:nvPr>
        </p:nvGraphicFramePr>
        <p:xfrm>
          <a:off x="236284" y="6007909"/>
          <a:ext cx="6409815" cy="522191"/>
        </p:xfrm>
        <a:graphic>
          <a:graphicData uri="http://schemas.openxmlformats.org/drawingml/2006/table">
            <a:tbl>
              <a:tblPr firstRow="1" firstCol="1" bandRow="1">
                <a:tableStyleId>{BDBED569-4797-4DF1-A0F4-6AAB3CD982D8}</a:tableStyleId>
              </a:tblPr>
              <a:tblGrid>
                <a:gridCol w="969264">
                  <a:extLst>
                    <a:ext uri="{9D8B030D-6E8A-4147-A177-3AD203B41FA5}">
                      <a16:colId xmlns:a16="http://schemas.microsoft.com/office/drawing/2014/main" val="2037474105"/>
                    </a:ext>
                  </a:extLst>
                </a:gridCol>
                <a:gridCol w="1472184">
                  <a:extLst>
                    <a:ext uri="{9D8B030D-6E8A-4147-A177-3AD203B41FA5}">
                      <a16:colId xmlns:a16="http://schemas.microsoft.com/office/drawing/2014/main" val="1109835783"/>
                    </a:ext>
                  </a:extLst>
                </a:gridCol>
                <a:gridCol w="1404441">
                  <a:extLst>
                    <a:ext uri="{9D8B030D-6E8A-4147-A177-3AD203B41FA5}">
                      <a16:colId xmlns:a16="http://schemas.microsoft.com/office/drawing/2014/main" val="3936716736"/>
                    </a:ext>
                  </a:extLst>
                </a:gridCol>
                <a:gridCol w="1281963">
                  <a:extLst>
                    <a:ext uri="{9D8B030D-6E8A-4147-A177-3AD203B41FA5}">
                      <a16:colId xmlns:a16="http://schemas.microsoft.com/office/drawing/2014/main" val="3327889066"/>
                    </a:ext>
                  </a:extLst>
                </a:gridCol>
                <a:gridCol w="1281963">
                  <a:extLst>
                    <a:ext uri="{9D8B030D-6E8A-4147-A177-3AD203B41FA5}">
                      <a16:colId xmlns:a16="http://schemas.microsoft.com/office/drawing/2014/main" val="3675410361"/>
                    </a:ext>
                  </a:extLst>
                </a:gridCol>
              </a:tblGrid>
              <a:tr h="252776"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200">
                          <a:effectLst/>
                        </a:rPr>
                        <a:t>Broj zahtjeva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200">
                          <a:effectLst/>
                        </a:rPr>
                        <a:t>Pojedinačno trajanje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200">
                          <a:effectLst/>
                        </a:rPr>
                        <a:t>Sekvencijalno (s)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200">
                          <a:effectLst/>
                        </a:rPr>
                        <a:t>Paralelno (s)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200">
                          <a:effectLst/>
                        </a:rPr>
                        <a:t>Ubrzanje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58112873"/>
                  </a:ext>
                </a:extLst>
              </a:tr>
              <a:tr h="269415"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200">
                          <a:effectLst/>
                        </a:rPr>
                        <a:t>5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200">
                          <a:effectLst/>
                        </a:rPr>
                        <a:t>1.0 s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200">
                          <a:effectLst/>
                        </a:rPr>
                        <a:t>5.001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200">
                          <a:effectLst/>
                        </a:rPr>
                        <a:t>1.002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200">
                          <a:effectLst/>
                        </a:rPr>
                        <a:t>4.993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66587357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2C33E358-5AE9-10D3-6891-2CB696859C55}"/>
              </a:ext>
            </a:extLst>
          </p:cNvPr>
          <p:cNvSpPr txBox="1"/>
          <p:nvPr/>
        </p:nvSpPr>
        <p:spPr>
          <a:xfrm>
            <a:off x="100584" y="2413337"/>
            <a:ext cx="329412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Paralelna verzija je brža jer je zadatak vezan za čekanje odgovora servera. Dok jedna nit čeka, druge mogu nastaviti sa radom, čime se značajno smanjuje ukupno vrijeme izvršavanja.</a:t>
            </a:r>
          </a:p>
        </p:txBody>
      </p:sp>
    </p:spTree>
    <p:extLst>
      <p:ext uri="{BB962C8B-B14F-4D97-AF65-F5344CB8AC3E}">
        <p14:creationId xmlns:p14="http://schemas.microsoft.com/office/powerpoint/2010/main" val="21210807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3E193B-7DFA-E51B-6878-5332BFE9F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E5314D1-3BFD-3189-9DCC-5630B67A48C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35C9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F1F27-EA9A-EECB-2BFA-7CC3AFC84516}"/>
              </a:ext>
            </a:extLst>
          </p:cNvPr>
          <p:cNvSpPr txBox="1"/>
          <p:nvPr/>
        </p:nvSpPr>
        <p:spPr>
          <a:xfrm>
            <a:off x="100584" y="118872"/>
            <a:ext cx="5995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BA" b="1">
                <a:solidFill>
                  <a:schemeClr val="bg1">
                    <a:lumMod val="9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SIMULACIJA VIŠE NEZAVISNIH ZADATAKA</a:t>
            </a:r>
            <a:endParaRPr lang="en-US" b="1">
              <a:solidFill>
                <a:schemeClr val="bg1">
                  <a:lumMod val="95000"/>
                </a:schemeClr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219C36-04D4-D10A-3A88-C242F6EBA9BC}"/>
              </a:ext>
            </a:extLst>
          </p:cNvPr>
          <p:cNvSpPr txBox="1"/>
          <p:nvPr/>
        </p:nvSpPr>
        <p:spPr>
          <a:xfrm>
            <a:off x="100584" y="488204"/>
            <a:ext cx="80650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>
                <a:latin typeface="Inter" panose="02000503000000020004" pitchFamily="2" charset="0"/>
                <a:ea typeface="Inter" panose="02000503000000020004" pitchFamily="2" charset="0"/>
              </a:rPr>
              <a:t>4 nezavisna zadatka, svaki traje 2 s (time.sleep(2))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>
                <a:latin typeface="Inter" panose="02000503000000020004" pitchFamily="2" charset="0"/>
                <a:ea typeface="Inter" panose="02000503000000020004" pitchFamily="2" charset="0"/>
              </a:rPr>
              <a:t>Sekvencijalno: 4 × 2 s = ~8 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>
                <a:latin typeface="Inter" panose="02000503000000020004" pitchFamily="2" charset="0"/>
                <a:ea typeface="Inter" panose="02000503000000020004" pitchFamily="2" charset="0"/>
              </a:rPr>
              <a:t>Paralelno: ThreadPoolExecutor(max_workers=4) → svi istovremeno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FB5B92-CF6D-5C7A-7625-9E8D270D5A7B}"/>
              </a:ext>
            </a:extLst>
          </p:cNvPr>
          <p:cNvSpPr txBox="1"/>
          <p:nvPr/>
        </p:nvSpPr>
        <p:spPr>
          <a:xfrm>
            <a:off x="8675695" y="3061640"/>
            <a:ext cx="332428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>
                <a:solidFill>
                  <a:schemeClr val="bg1">
                    <a:lumMod val="9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Paralelna verzija je brža jer svi zadaci uglavnom čekaju, a ne računaju. Pokretanjem u više niti čekanje se odvija paralelno, pa ukupno vrijeme odgovara trajanju najdužeg zadatka, a ne zbiru svih.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5791372-5575-5D76-498A-F273ACE2161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009" r="41633"/>
          <a:stretch>
            <a:fillRect/>
          </a:stretch>
        </p:blipFill>
        <p:spPr>
          <a:xfrm>
            <a:off x="192024" y="1497774"/>
            <a:ext cx="4056014" cy="515905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ACEC4FA-6D68-345A-21A2-FBC81006EC9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184" r="23576"/>
          <a:stretch>
            <a:fillRect/>
          </a:stretch>
        </p:blipFill>
        <p:spPr>
          <a:xfrm>
            <a:off x="4557953" y="1497774"/>
            <a:ext cx="3807826" cy="3513138"/>
          </a:xfrm>
          <a:prstGeom prst="rect">
            <a:avLst/>
          </a:prstGeom>
        </p:spPr>
      </p:pic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F822F3DC-0400-0CD6-F35C-4432F8EED2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4066586"/>
              </p:ext>
            </p:extLst>
          </p:nvPr>
        </p:nvGraphicFramePr>
        <p:xfrm>
          <a:off x="4975339" y="5527669"/>
          <a:ext cx="5780215" cy="731520"/>
        </p:xfrm>
        <a:graphic>
          <a:graphicData uri="http://schemas.openxmlformats.org/drawingml/2006/table">
            <a:tbl>
              <a:tblPr firstRow="1" firstCol="1" bandRow="1">
                <a:tableStyleId>{BDBED569-4797-4DF1-A0F4-6AAB3CD982D8}</a:tableStyleId>
              </a:tblPr>
              <a:tblGrid>
                <a:gridCol w="1030415">
                  <a:extLst>
                    <a:ext uri="{9D8B030D-6E8A-4147-A177-3AD203B41FA5}">
                      <a16:colId xmlns:a16="http://schemas.microsoft.com/office/drawing/2014/main" val="2947361903"/>
                    </a:ext>
                  </a:extLst>
                </a:gridCol>
                <a:gridCol w="1187450">
                  <a:extLst>
                    <a:ext uri="{9D8B030D-6E8A-4147-A177-3AD203B41FA5}">
                      <a16:colId xmlns:a16="http://schemas.microsoft.com/office/drawing/2014/main" val="975457697"/>
                    </a:ext>
                  </a:extLst>
                </a:gridCol>
                <a:gridCol w="1187450">
                  <a:extLst>
                    <a:ext uri="{9D8B030D-6E8A-4147-A177-3AD203B41FA5}">
                      <a16:colId xmlns:a16="http://schemas.microsoft.com/office/drawing/2014/main" val="1751696111"/>
                    </a:ext>
                  </a:extLst>
                </a:gridCol>
                <a:gridCol w="1187450">
                  <a:extLst>
                    <a:ext uri="{9D8B030D-6E8A-4147-A177-3AD203B41FA5}">
                      <a16:colId xmlns:a16="http://schemas.microsoft.com/office/drawing/2014/main" val="2126614471"/>
                    </a:ext>
                  </a:extLst>
                </a:gridCol>
                <a:gridCol w="1187450">
                  <a:extLst>
                    <a:ext uri="{9D8B030D-6E8A-4147-A177-3AD203B41FA5}">
                      <a16:colId xmlns:a16="http://schemas.microsoft.com/office/drawing/2014/main" val="5100085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hr-HR" sz="1200">
                          <a:effectLst/>
                        </a:rPr>
                        <a:t>Broj zadataka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hr-HR" sz="1200">
                          <a:effectLst/>
                        </a:rPr>
                        <a:t>Trajanje pojedinačnog zadatka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hr-HR" sz="1200">
                          <a:effectLst/>
                        </a:rPr>
                        <a:t>Sekvencijalno (s)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hr-HR" sz="1200">
                          <a:effectLst/>
                        </a:rPr>
                        <a:t>Paralelno (s)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hr-HR" sz="1200">
                          <a:effectLst/>
                        </a:rPr>
                        <a:t>Ubrzanje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066915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hr-HR" sz="1200">
                          <a:effectLst/>
                        </a:rPr>
                        <a:t>4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hr-HR" sz="1200">
                          <a:effectLst/>
                        </a:rPr>
                        <a:t>2.0 s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hr-HR" sz="1200">
                          <a:effectLst/>
                        </a:rPr>
                        <a:t>8.001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hr-HR" sz="1200">
                          <a:effectLst/>
                        </a:rPr>
                        <a:t>2.002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hr-HR" sz="1200">
                          <a:effectLst/>
                        </a:rPr>
                        <a:t>3.997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908529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09305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72458-FA52-7FA5-1667-7329F2413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33D1DA3-DE9A-8729-7737-6B8FA515650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35C9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23A0F42-0EB0-2B2A-27D1-1BBC0E3CEABF}"/>
              </a:ext>
            </a:extLst>
          </p:cNvPr>
          <p:cNvSpPr txBox="1"/>
          <p:nvPr/>
        </p:nvSpPr>
        <p:spPr>
          <a:xfrm>
            <a:off x="100584" y="118872"/>
            <a:ext cx="5995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BA" b="1">
                <a:solidFill>
                  <a:schemeClr val="bg1">
                    <a:lumMod val="9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SABIRANJE ELEMENATA VELIKE LISTE</a:t>
            </a:r>
            <a:endParaRPr lang="en-US" b="1">
              <a:solidFill>
                <a:schemeClr val="bg1">
                  <a:lumMod val="95000"/>
                </a:schemeClr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EFD9E5-B6D5-2704-FF6A-D0E6FE34E4F6}"/>
              </a:ext>
            </a:extLst>
          </p:cNvPr>
          <p:cNvSpPr txBox="1"/>
          <p:nvPr/>
        </p:nvSpPr>
        <p:spPr>
          <a:xfrm>
            <a:off x="100584" y="488204"/>
            <a:ext cx="101224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>
                <a:latin typeface="Inter" panose="02000503000000020004" pitchFamily="2" charset="0"/>
                <a:ea typeface="Inter" panose="02000503000000020004" pitchFamily="2" charset="0"/>
              </a:rPr>
              <a:t>Lista od 10.000.000 brojeva, treba sabrati sve elemente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>
                <a:latin typeface="Inter" panose="02000503000000020004" pitchFamily="2" charset="0"/>
                <a:ea typeface="Inter" panose="02000503000000020004" pitchFamily="2" charset="0"/>
              </a:rPr>
              <a:t>Sekvencijalno: ugrađena funkcija sum() → ~0,099 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>
                <a:latin typeface="Inter" panose="02000503000000020004" pitchFamily="2" charset="0"/>
                <a:ea typeface="Inter" panose="02000503000000020004" pitchFamily="2" charset="0"/>
              </a:rPr>
              <a:t>Paralelno: lista podijeljena na dijelove, svaki proces sabira svoj dio → ~1,282 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B303341-52AE-8020-41A1-E19C83ACF9F9}"/>
              </a:ext>
            </a:extLst>
          </p:cNvPr>
          <p:cNvSpPr txBox="1"/>
          <p:nvPr/>
        </p:nvSpPr>
        <p:spPr>
          <a:xfrm>
            <a:off x="4368726" y="4179750"/>
            <a:ext cx="490329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Paralelna verzija je sporija jer je sabiranje u Pythonu izuzetno brzo, a komunikacija između procesa (slanje dijelova liste i prikupljanje rezultata) traje mnogo duže od samog računanja. Zbog toga se paralelizam ovdje ne isplati.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978CC7-F6F6-DB00-884E-69118DEE611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2424" b="35521"/>
          <a:stretch>
            <a:fillRect/>
          </a:stretch>
        </p:blipFill>
        <p:spPr>
          <a:xfrm>
            <a:off x="4451022" y="1405891"/>
            <a:ext cx="4638114" cy="270947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607B5-1DA4-7685-3D66-D0FAD1DAE71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1623" b="20216"/>
          <a:stretch>
            <a:fillRect/>
          </a:stretch>
        </p:blipFill>
        <p:spPr>
          <a:xfrm>
            <a:off x="219455" y="1411534"/>
            <a:ext cx="3929816" cy="5327594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427432A-A47F-24A9-0424-B6D2C2666F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5685276"/>
              </p:ext>
            </p:extLst>
          </p:nvPr>
        </p:nvGraphicFramePr>
        <p:xfrm>
          <a:off x="4451022" y="5998464"/>
          <a:ext cx="4711266" cy="709441"/>
        </p:xfrm>
        <a:graphic>
          <a:graphicData uri="http://schemas.openxmlformats.org/drawingml/2006/table">
            <a:tbl>
              <a:tblPr firstRow="1" firstCol="1" bandRow="1">
                <a:tableStyleId>{BDBED569-4797-4DF1-A0F4-6AAB3CD982D8}</a:tableStyleId>
              </a:tblPr>
              <a:tblGrid>
                <a:gridCol w="1177565">
                  <a:extLst>
                    <a:ext uri="{9D8B030D-6E8A-4147-A177-3AD203B41FA5}">
                      <a16:colId xmlns:a16="http://schemas.microsoft.com/office/drawing/2014/main" val="1319832043"/>
                    </a:ext>
                  </a:extLst>
                </a:gridCol>
                <a:gridCol w="1177565">
                  <a:extLst>
                    <a:ext uri="{9D8B030D-6E8A-4147-A177-3AD203B41FA5}">
                      <a16:colId xmlns:a16="http://schemas.microsoft.com/office/drawing/2014/main" val="3247025736"/>
                    </a:ext>
                  </a:extLst>
                </a:gridCol>
                <a:gridCol w="1178068">
                  <a:extLst>
                    <a:ext uri="{9D8B030D-6E8A-4147-A177-3AD203B41FA5}">
                      <a16:colId xmlns:a16="http://schemas.microsoft.com/office/drawing/2014/main" val="1212611724"/>
                    </a:ext>
                  </a:extLst>
                </a:gridCol>
                <a:gridCol w="1178068">
                  <a:extLst>
                    <a:ext uri="{9D8B030D-6E8A-4147-A177-3AD203B41FA5}">
                      <a16:colId xmlns:a16="http://schemas.microsoft.com/office/drawing/2014/main" val="285923828"/>
                    </a:ext>
                  </a:extLst>
                </a:gridCol>
              </a:tblGrid>
              <a:tr h="343681"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hr-HR" sz="1200">
                          <a:effectLst/>
                        </a:rPr>
                        <a:t>Veli</a:t>
                      </a:r>
                      <a:r>
                        <a:rPr lang="sr-Latn-BA" sz="1200">
                          <a:effectLst/>
                        </a:rPr>
                        <a:t>čina liste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hr-HR" sz="1200">
                          <a:effectLst/>
                        </a:rPr>
                        <a:t>Sekvencijalno (s)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hr-HR" sz="1200">
                          <a:effectLst/>
                        </a:rPr>
                        <a:t>Paralelno (s)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hr-HR" sz="1200">
                          <a:effectLst/>
                        </a:rPr>
                        <a:t>Ubrzanje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72200862"/>
                  </a:ext>
                </a:extLst>
              </a:tr>
              <a:tr h="343681"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hr-HR" sz="1200">
                          <a:effectLst/>
                        </a:rPr>
                        <a:t>10.000.000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hr-HR" sz="1200">
                          <a:effectLst/>
                        </a:rPr>
                        <a:t>0.099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hr-HR" sz="1200">
                          <a:effectLst/>
                        </a:rPr>
                        <a:t>1.282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hr-HR" sz="1200">
                          <a:effectLst/>
                        </a:rPr>
                        <a:t>0.078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730303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05250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8E70DB-3288-385B-7062-171E5EE57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49B29D5-D963-9983-3E7F-C4B654FE3B1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35C9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49F065D-E4BB-473C-8236-2A26AE335705}"/>
              </a:ext>
            </a:extLst>
          </p:cNvPr>
          <p:cNvSpPr txBox="1"/>
          <p:nvPr/>
        </p:nvSpPr>
        <p:spPr>
          <a:xfrm>
            <a:off x="100584" y="118872"/>
            <a:ext cx="5995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BA" b="1">
                <a:solidFill>
                  <a:schemeClr val="bg1">
                    <a:lumMod val="9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IZRAČUNAVANJE KVADRATA BROJEVA</a:t>
            </a:r>
            <a:endParaRPr lang="en-US" b="1">
              <a:solidFill>
                <a:schemeClr val="bg1">
                  <a:lumMod val="95000"/>
                </a:schemeClr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C97C6-8E27-07E5-EEFF-49697CC148E9}"/>
              </a:ext>
            </a:extLst>
          </p:cNvPr>
          <p:cNvSpPr txBox="1"/>
          <p:nvPr/>
        </p:nvSpPr>
        <p:spPr>
          <a:xfrm>
            <a:off x="100584" y="488204"/>
            <a:ext cx="101224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>
                <a:latin typeface="Inter" panose="02000503000000020004" pitchFamily="2" charset="0"/>
                <a:ea typeface="Inter" panose="02000503000000020004" pitchFamily="2" charset="0"/>
              </a:rPr>
              <a:t>1.000.001 broj treba kvadrirati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>
                <a:latin typeface="Inter" panose="02000503000000020004" pitchFamily="2" charset="0"/>
                <a:ea typeface="Inter" panose="02000503000000020004" pitchFamily="2" charset="0"/>
              </a:rPr>
              <a:t>Sekvencijalno: list comprehension → ~0,088 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>
                <a:latin typeface="Inter" panose="02000503000000020004" pitchFamily="2" charset="0"/>
                <a:ea typeface="Inter" panose="02000503000000020004" pitchFamily="2" charset="0"/>
              </a:rPr>
              <a:t>Paralelno: multiprocessing.Pool().map() → ~0,477 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C3B627-71F3-CA4A-1CDE-DB70D1EA6A99}"/>
              </a:ext>
            </a:extLst>
          </p:cNvPr>
          <p:cNvSpPr txBox="1"/>
          <p:nvPr/>
        </p:nvSpPr>
        <p:spPr>
          <a:xfrm>
            <a:off x="8412480" y="2397948"/>
            <a:ext cx="359664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1">
                    <a:lumMod val="9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Paralelna verzija je sporija jer je kvadriranje elementarna operacija koja se izvršava gotovo trenutno. Slanje svakog broja procesu i vraćanje rezultata uvodi veliki komunikacioni trošak koji višestruko premašuje vrijeme samog računanja.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206EDDB-CF25-A07B-E771-5285D1F7E2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7751" b="33945"/>
          <a:stretch>
            <a:fillRect/>
          </a:stretch>
        </p:blipFill>
        <p:spPr>
          <a:xfrm>
            <a:off x="182880" y="1472692"/>
            <a:ext cx="4059936" cy="316598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5C20807-D4F8-CF9B-2FFE-F65922D0955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8313" b="26493"/>
          <a:stretch>
            <a:fillRect/>
          </a:stretch>
        </p:blipFill>
        <p:spPr>
          <a:xfrm>
            <a:off x="4425696" y="1472691"/>
            <a:ext cx="3675888" cy="4049979"/>
          </a:xfrm>
          <a:prstGeom prst="rect">
            <a:avLst/>
          </a:prstGeom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2866EA27-9BB2-A114-FD17-11F225C31A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6874482"/>
              </p:ext>
            </p:extLst>
          </p:nvPr>
        </p:nvGraphicFramePr>
        <p:xfrm>
          <a:off x="262382" y="5775230"/>
          <a:ext cx="5964682" cy="799306"/>
        </p:xfrm>
        <a:graphic>
          <a:graphicData uri="http://schemas.openxmlformats.org/drawingml/2006/table">
            <a:tbl>
              <a:tblPr firstRow="1" firstCol="1" bandRow="1">
                <a:tableStyleId>{BDBED569-4797-4DF1-A0F4-6AAB3CD982D8}</a:tableStyleId>
              </a:tblPr>
              <a:tblGrid>
                <a:gridCol w="1490852">
                  <a:extLst>
                    <a:ext uri="{9D8B030D-6E8A-4147-A177-3AD203B41FA5}">
                      <a16:colId xmlns:a16="http://schemas.microsoft.com/office/drawing/2014/main" val="2730072235"/>
                    </a:ext>
                  </a:extLst>
                </a:gridCol>
                <a:gridCol w="1490852">
                  <a:extLst>
                    <a:ext uri="{9D8B030D-6E8A-4147-A177-3AD203B41FA5}">
                      <a16:colId xmlns:a16="http://schemas.microsoft.com/office/drawing/2014/main" val="2327745712"/>
                    </a:ext>
                  </a:extLst>
                </a:gridCol>
                <a:gridCol w="1491489">
                  <a:extLst>
                    <a:ext uri="{9D8B030D-6E8A-4147-A177-3AD203B41FA5}">
                      <a16:colId xmlns:a16="http://schemas.microsoft.com/office/drawing/2014/main" val="890861331"/>
                    </a:ext>
                  </a:extLst>
                </a:gridCol>
                <a:gridCol w="1491489">
                  <a:extLst>
                    <a:ext uri="{9D8B030D-6E8A-4147-A177-3AD203B41FA5}">
                      <a16:colId xmlns:a16="http://schemas.microsoft.com/office/drawing/2014/main" val="1394595133"/>
                    </a:ext>
                  </a:extLst>
                </a:gridCol>
              </a:tblGrid>
              <a:tr h="399653"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hr-HR" sz="1200">
                          <a:effectLst/>
                        </a:rPr>
                        <a:t>Veličina liste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hr-HR" sz="1200">
                          <a:effectLst/>
                        </a:rPr>
                        <a:t>Sekvencijalno (s)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hr-HR" sz="1200">
                          <a:effectLst/>
                        </a:rPr>
                        <a:t>Paralelno (s)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hr-HR" sz="1200">
                          <a:effectLst/>
                        </a:rPr>
                        <a:t>Ubrzanje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04645429"/>
                  </a:ext>
                </a:extLst>
              </a:tr>
              <a:tr h="399653"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hr-HR" sz="1200">
                          <a:effectLst/>
                        </a:rPr>
                        <a:t>1.000.001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hr-HR" sz="1200">
                          <a:effectLst/>
                        </a:rPr>
                        <a:t>0.088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hr-HR" sz="1200">
                          <a:effectLst/>
                        </a:rPr>
                        <a:t>0.477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hr-HR" sz="1200">
                          <a:effectLst/>
                        </a:rPr>
                        <a:t>0.184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073681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67636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60DBC9-A0E8-A425-0C4D-6ABCB74E2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D62EC16-3B04-0709-B308-3E72F661E7D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35C9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A12799A-CCA7-660D-631D-608E91C66BD7}"/>
              </a:ext>
            </a:extLst>
          </p:cNvPr>
          <p:cNvSpPr txBox="1"/>
          <p:nvPr/>
        </p:nvSpPr>
        <p:spPr>
          <a:xfrm>
            <a:off x="100584" y="118872"/>
            <a:ext cx="5995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BA" b="1">
                <a:solidFill>
                  <a:schemeClr val="bg1">
                    <a:lumMod val="9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PRETRAGA ELEMENATA U VELIKOJ LISTI</a:t>
            </a:r>
            <a:endParaRPr lang="en-US" b="1">
              <a:solidFill>
                <a:schemeClr val="bg1">
                  <a:lumMod val="95000"/>
                </a:schemeClr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9BD99F-A9A7-D637-66AE-30EA207950B8}"/>
              </a:ext>
            </a:extLst>
          </p:cNvPr>
          <p:cNvSpPr txBox="1"/>
          <p:nvPr/>
        </p:nvSpPr>
        <p:spPr>
          <a:xfrm>
            <a:off x="100584" y="488204"/>
            <a:ext cx="101224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>
                <a:latin typeface="Inter" panose="02000503000000020004" pitchFamily="2" charset="0"/>
                <a:ea typeface="Inter" panose="02000503000000020004" pitchFamily="2" charset="0"/>
              </a:rPr>
              <a:t>Lista od 20.000.000 elemenata, traži se broj 19.999.999 (na kraju liste)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>
                <a:latin typeface="Inter" panose="02000503000000020004" pitchFamily="2" charset="0"/>
                <a:ea typeface="Inter" panose="02000503000000020004" pitchFamily="2" charset="0"/>
              </a:rPr>
              <a:t>Sekvencijalno: operator in → ~0,215 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>
                <a:latin typeface="Inter" panose="02000503000000020004" pitchFamily="2" charset="0"/>
                <a:ea typeface="Inter" panose="02000503000000020004" pitchFamily="2" charset="0"/>
              </a:rPr>
              <a:t>Paralelno: lista podijeljena, svaki proces traži u svom dijelu → ~1,901 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B748E8D-5D60-1EFE-BB29-7C61EDE6701D}"/>
              </a:ext>
            </a:extLst>
          </p:cNvPr>
          <p:cNvSpPr txBox="1"/>
          <p:nvPr/>
        </p:nvSpPr>
        <p:spPr>
          <a:xfrm>
            <a:off x="7700424" y="1780866"/>
            <a:ext cx="415850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Paralelna verzija je sporija jer je pretraga u memoriji veoma brza, a podjela liste i slanje dijelova procesima stvara ogroman režijski trošak. Čak i kada se element nalazi na samom kraju, sekvencijalni pristup ostaje daleko efikasniji.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2CF0D8-5856-7286-248C-F6C34EC6085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888"/>
          <a:stretch>
            <a:fillRect/>
          </a:stretch>
        </p:blipFill>
        <p:spPr>
          <a:xfrm>
            <a:off x="3098292" y="1547336"/>
            <a:ext cx="4269060" cy="482246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C17260C-6295-D191-AD52-A4A58479D97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887"/>
          <a:stretch>
            <a:fillRect/>
          </a:stretch>
        </p:blipFill>
        <p:spPr>
          <a:xfrm>
            <a:off x="100585" y="1408559"/>
            <a:ext cx="2828386" cy="5330570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788A94C-9C88-B0DF-0FCE-299DC8FFB1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5987454"/>
              </p:ext>
            </p:extLst>
          </p:nvPr>
        </p:nvGraphicFramePr>
        <p:xfrm>
          <a:off x="7570191" y="4296894"/>
          <a:ext cx="4418970" cy="1454682"/>
        </p:xfrm>
        <a:graphic>
          <a:graphicData uri="http://schemas.openxmlformats.org/drawingml/2006/table">
            <a:tbl>
              <a:tblPr firstRow="1" firstCol="1" bandRow="1">
                <a:tableStyleId>{BDBED569-4797-4DF1-A0F4-6AAB3CD982D8}</a:tableStyleId>
              </a:tblPr>
              <a:tblGrid>
                <a:gridCol w="733936">
                  <a:extLst>
                    <a:ext uri="{9D8B030D-6E8A-4147-A177-3AD203B41FA5}">
                      <a16:colId xmlns:a16="http://schemas.microsoft.com/office/drawing/2014/main" val="1035292487"/>
                    </a:ext>
                  </a:extLst>
                </a:gridCol>
                <a:gridCol w="1033652">
                  <a:extLst>
                    <a:ext uri="{9D8B030D-6E8A-4147-A177-3AD203B41FA5}">
                      <a16:colId xmlns:a16="http://schemas.microsoft.com/office/drawing/2014/main" val="3496200490"/>
                    </a:ext>
                  </a:extLst>
                </a:gridCol>
                <a:gridCol w="883794">
                  <a:extLst>
                    <a:ext uri="{9D8B030D-6E8A-4147-A177-3AD203B41FA5}">
                      <a16:colId xmlns:a16="http://schemas.microsoft.com/office/drawing/2014/main" val="1116493603"/>
                    </a:ext>
                  </a:extLst>
                </a:gridCol>
                <a:gridCol w="883794">
                  <a:extLst>
                    <a:ext uri="{9D8B030D-6E8A-4147-A177-3AD203B41FA5}">
                      <a16:colId xmlns:a16="http://schemas.microsoft.com/office/drawing/2014/main" val="1172096533"/>
                    </a:ext>
                  </a:extLst>
                </a:gridCol>
                <a:gridCol w="883794">
                  <a:extLst>
                    <a:ext uri="{9D8B030D-6E8A-4147-A177-3AD203B41FA5}">
                      <a16:colId xmlns:a16="http://schemas.microsoft.com/office/drawing/2014/main" val="685904143"/>
                    </a:ext>
                  </a:extLst>
                </a:gridCol>
              </a:tblGrid>
              <a:tr h="711279"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hr-HR" sz="1200">
                          <a:effectLst/>
                        </a:rPr>
                        <a:t>Veličina liste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hr-HR" sz="1200">
                          <a:effectLst/>
                        </a:rPr>
                        <a:t>Pozicija traženog elementa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hr-HR" sz="1200">
                          <a:effectLst/>
                        </a:rPr>
                        <a:t>Sekvencijalno (s)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hr-HR" sz="1200">
                          <a:effectLst/>
                        </a:rPr>
                        <a:t>Paralelno (s)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hr-HR" sz="1200">
                          <a:effectLst/>
                        </a:rPr>
                        <a:t>Ubrzanje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97402480"/>
                  </a:ext>
                </a:extLst>
              </a:tr>
              <a:tr h="743403"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hr-HR" sz="1200">
                          <a:effectLst/>
                        </a:rPr>
                        <a:t>20.000.000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hr-HR" sz="1200">
                          <a:effectLst/>
                        </a:rPr>
                        <a:t>Pri samom kraju (19.999.999)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hr-HR" sz="1200">
                          <a:effectLst/>
                        </a:rPr>
                        <a:t>0.215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hr-HR" sz="1200">
                          <a:effectLst/>
                        </a:rPr>
                        <a:t>1.901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hr-HR" sz="1200">
                          <a:effectLst/>
                        </a:rPr>
                        <a:t>0.113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253862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58615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59579F-AF74-AB98-37A3-242769284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C30A47B-AC42-2C48-7400-A11E4C49AAB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35C9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5AC68A-13CC-77CB-43BE-073F9CB57436}"/>
              </a:ext>
            </a:extLst>
          </p:cNvPr>
          <p:cNvSpPr txBox="1"/>
          <p:nvPr/>
        </p:nvSpPr>
        <p:spPr>
          <a:xfrm>
            <a:off x="100584" y="118872"/>
            <a:ext cx="5995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BA" b="1">
                <a:solidFill>
                  <a:schemeClr val="bg1">
                    <a:lumMod val="9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PREGLED REZULTATA</a:t>
            </a:r>
            <a:endParaRPr lang="en-US" b="1">
              <a:solidFill>
                <a:schemeClr val="bg1">
                  <a:lumMod val="95000"/>
                </a:schemeClr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C154DCA-E2E5-26DB-EDF4-F6BA42C036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4287879"/>
              </p:ext>
            </p:extLst>
          </p:nvPr>
        </p:nvGraphicFramePr>
        <p:xfrm>
          <a:off x="198882" y="607076"/>
          <a:ext cx="11743181" cy="6132054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736853">
                  <a:extLst>
                    <a:ext uri="{9D8B030D-6E8A-4147-A177-3AD203B41FA5}">
                      <a16:colId xmlns:a16="http://schemas.microsoft.com/office/drawing/2014/main" val="3663222422"/>
                    </a:ext>
                  </a:extLst>
                </a:gridCol>
                <a:gridCol w="1952239">
                  <a:extLst>
                    <a:ext uri="{9D8B030D-6E8A-4147-A177-3AD203B41FA5}">
                      <a16:colId xmlns:a16="http://schemas.microsoft.com/office/drawing/2014/main" val="3825892456"/>
                    </a:ext>
                  </a:extLst>
                </a:gridCol>
                <a:gridCol w="1487420">
                  <a:extLst>
                    <a:ext uri="{9D8B030D-6E8A-4147-A177-3AD203B41FA5}">
                      <a16:colId xmlns:a16="http://schemas.microsoft.com/office/drawing/2014/main" val="2109406718"/>
                    </a:ext>
                  </a:extLst>
                </a:gridCol>
                <a:gridCol w="1725407">
                  <a:extLst>
                    <a:ext uri="{9D8B030D-6E8A-4147-A177-3AD203B41FA5}">
                      <a16:colId xmlns:a16="http://schemas.microsoft.com/office/drawing/2014/main" val="4026771656"/>
                    </a:ext>
                  </a:extLst>
                </a:gridCol>
                <a:gridCol w="1413049">
                  <a:extLst>
                    <a:ext uri="{9D8B030D-6E8A-4147-A177-3AD203B41FA5}">
                      <a16:colId xmlns:a16="http://schemas.microsoft.com/office/drawing/2014/main" val="2138831225"/>
                    </a:ext>
                  </a:extLst>
                </a:gridCol>
                <a:gridCol w="1015164">
                  <a:extLst>
                    <a:ext uri="{9D8B030D-6E8A-4147-A177-3AD203B41FA5}">
                      <a16:colId xmlns:a16="http://schemas.microsoft.com/office/drawing/2014/main" val="341872721"/>
                    </a:ext>
                  </a:extLst>
                </a:gridCol>
                <a:gridCol w="1413049">
                  <a:extLst>
                    <a:ext uri="{9D8B030D-6E8A-4147-A177-3AD203B41FA5}">
                      <a16:colId xmlns:a16="http://schemas.microsoft.com/office/drawing/2014/main" val="3579985874"/>
                    </a:ext>
                  </a:extLst>
                </a:gridCol>
              </a:tblGrid>
              <a:tr h="124466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u="none" strike="noStrike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Naziv primjera</a:t>
                      </a:r>
                      <a:endParaRPr lang="en-US" sz="1100" b="1" i="0" u="none" strike="noStrike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Inter" panose="02000503000000020004" pitchFamily="2" charset="0"/>
                        <a:ea typeface="Inter" panose="02000503000000020004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u="none" strike="noStrike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Vrsta</a:t>
                      </a:r>
                      <a:r>
                        <a:rPr lang="en-US" sz="1100" u="none" strike="noStrike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 </a:t>
                      </a:r>
                      <a:r>
                        <a:rPr lang="en-US" sz="1100" b="1" u="none" strike="noStrike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paralelizacije</a:t>
                      </a:r>
                      <a:endParaRPr lang="en-US" sz="1100" b="1" i="0" u="none" strike="noStrike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Inter" panose="02000503000000020004" pitchFamily="2" charset="0"/>
                        <a:ea typeface="Inter" panose="02000503000000020004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u="none" strike="noStrike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Veličina ulaza</a:t>
                      </a:r>
                      <a:endParaRPr lang="en-US" sz="1100" b="1" i="0" u="none" strike="noStrike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Inter" panose="02000503000000020004" pitchFamily="2" charset="0"/>
                        <a:ea typeface="Inter" panose="02000503000000020004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u="none" strike="noStrike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Sekvencijalno (s)</a:t>
                      </a:r>
                      <a:endParaRPr lang="en-US" sz="1100" b="1" i="0" u="none" strike="noStrike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Inter" panose="02000503000000020004" pitchFamily="2" charset="0"/>
                        <a:ea typeface="Inter" panose="02000503000000020004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u="none" strike="noStrike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Paralelno (s)</a:t>
                      </a:r>
                      <a:endParaRPr lang="en-US" sz="1100" b="1" i="0" u="none" strike="noStrike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Inter" panose="02000503000000020004" pitchFamily="2" charset="0"/>
                        <a:ea typeface="Inter" panose="02000503000000020004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u="none" strike="noStrike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Ubrzanje</a:t>
                      </a:r>
                      <a:endParaRPr lang="en-US" sz="1100" b="1" i="0" u="none" strike="noStrike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Inter" panose="02000503000000020004" pitchFamily="2" charset="0"/>
                        <a:ea typeface="Inter" panose="02000503000000020004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u="none" strike="noStrike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Bolja</a:t>
                      </a:r>
                      <a:r>
                        <a:rPr lang="en-US" sz="1100" u="none" strike="noStrike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 verzija</a:t>
                      </a:r>
                      <a:endParaRPr lang="en-US" sz="1100" b="1" i="0" u="none" strike="noStrike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Inter" panose="02000503000000020004" pitchFamily="2" charset="0"/>
                        <a:ea typeface="Inter" panose="02000503000000020004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2155229"/>
                  </a:ext>
                </a:extLst>
              </a:tr>
              <a:tr h="9774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Sabiranje elemenata liste</a:t>
                      </a:r>
                      <a:endParaRPr lang="en-US" sz="1100" b="0" i="0" u="none" strike="noStrike">
                        <a:solidFill>
                          <a:srgbClr val="E0E0E0"/>
                        </a:solidFill>
                        <a:effectLst/>
                        <a:latin typeface="Inter" panose="02000503000000020004" pitchFamily="2" charset="0"/>
                        <a:ea typeface="Inter" panose="02000503000000020004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Procesi</a:t>
                      </a:r>
                      <a:endParaRPr lang="en-US" sz="1100" b="0" i="0" u="none" strike="noStrike">
                        <a:solidFill>
                          <a:srgbClr val="E0E0E0"/>
                        </a:solidFill>
                        <a:effectLst/>
                        <a:latin typeface="Inter" panose="02000503000000020004" pitchFamily="2" charset="0"/>
                        <a:ea typeface="Inter" panose="02000503000000020004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10.000.000</a:t>
                      </a:r>
                      <a:endParaRPr lang="en-US" sz="1100" b="0" i="0" u="none" strike="noStrike">
                        <a:solidFill>
                          <a:srgbClr val="E0E0E0"/>
                        </a:solidFill>
                        <a:effectLst/>
                        <a:latin typeface="Inter" panose="02000503000000020004" pitchFamily="2" charset="0"/>
                        <a:ea typeface="Inter" panose="02000503000000020004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0.099</a:t>
                      </a:r>
                      <a:endParaRPr lang="en-US" sz="1100" b="0" i="0" u="none" strike="noStrike">
                        <a:solidFill>
                          <a:srgbClr val="E0E0E0"/>
                        </a:solidFill>
                        <a:effectLst/>
                        <a:latin typeface="Inter" panose="02000503000000020004" pitchFamily="2" charset="0"/>
                        <a:ea typeface="Inter" panose="02000503000000020004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1.282</a:t>
                      </a:r>
                      <a:endParaRPr lang="en-US" sz="1100" b="0" i="0" u="none" strike="noStrike">
                        <a:solidFill>
                          <a:srgbClr val="E0E0E0"/>
                        </a:solidFill>
                        <a:effectLst/>
                        <a:latin typeface="Inter" panose="02000503000000020004" pitchFamily="2" charset="0"/>
                        <a:ea typeface="Inter" panose="02000503000000020004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0.078</a:t>
                      </a:r>
                      <a:endParaRPr lang="en-US" sz="1100" b="0" i="0" u="none" strike="noStrike">
                        <a:solidFill>
                          <a:srgbClr val="E0E0E0"/>
                        </a:solidFill>
                        <a:effectLst/>
                        <a:latin typeface="Inter" panose="02000503000000020004" pitchFamily="2" charset="0"/>
                        <a:ea typeface="Inter" panose="02000503000000020004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Sekvencijalna</a:t>
                      </a:r>
                      <a:endParaRPr lang="en-US" sz="1100" b="0" i="0" u="none" strike="noStrike">
                        <a:solidFill>
                          <a:srgbClr val="E0E0E0"/>
                        </a:solidFill>
                        <a:effectLst/>
                        <a:latin typeface="Inter" panose="02000503000000020004" pitchFamily="2" charset="0"/>
                        <a:ea typeface="Inter" panose="02000503000000020004" pitchFamily="2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71110222"/>
                  </a:ext>
                </a:extLst>
              </a:tr>
              <a:tr h="9774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Kvadriranje brojeva</a:t>
                      </a:r>
                      <a:endParaRPr lang="en-US" sz="1100" b="0" i="0" u="none" strike="noStrike">
                        <a:solidFill>
                          <a:srgbClr val="E0E0E0"/>
                        </a:solidFill>
                        <a:effectLst/>
                        <a:latin typeface="Inter" panose="02000503000000020004" pitchFamily="2" charset="0"/>
                        <a:ea typeface="Inter" panose="02000503000000020004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Procesi</a:t>
                      </a:r>
                      <a:endParaRPr lang="en-US" sz="1100" b="0" i="0" u="none" strike="noStrike">
                        <a:solidFill>
                          <a:srgbClr val="E0E0E0"/>
                        </a:solidFill>
                        <a:effectLst/>
                        <a:latin typeface="Inter" panose="02000503000000020004" pitchFamily="2" charset="0"/>
                        <a:ea typeface="Inter" panose="02000503000000020004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1.000.001</a:t>
                      </a:r>
                      <a:endParaRPr lang="en-US" sz="1100" b="0" i="0" u="none" strike="noStrike">
                        <a:solidFill>
                          <a:srgbClr val="E0E0E0"/>
                        </a:solidFill>
                        <a:effectLst/>
                        <a:latin typeface="Inter" panose="02000503000000020004" pitchFamily="2" charset="0"/>
                        <a:ea typeface="Inter" panose="02000503000000020004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0.088</a:t>
                      </a:r>
                      <a:endParaRPr lang="en-US" sz="1100" b="0" i="0" u="none" strike="noStrike">
                        <a:solidFill>
                          <a:srgbClr val="E0E0E0"/>
                        </a:solidFill>
                        <a:effectLst/>
                        <a:latin typeface="Inter" panose="02000503000000020004" pitchFamily="2" charset="0"/>
                        <a:ea typeface="Inter" panose="02000503000000020004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0.477</a:t>
                      </a:r>
                      <a:endParaRPr lang="en-US" sz="1100" b="0" i="0" u="none" strike="noStrike">
                        <a:solidFill>
                          <a:srgbClr val="E0E0E0"/>
                        </a:solidFill>
                        <a:effectLst/>
                        <a:latin typeface="Inter" panose="02000503000000020004" pitchFamily="2" charset="0"/>
                        <a:ea typeface="Inter" panose="02000503000000020004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0.184</a:t>
                      </a:r>
                      <a:endParaRPr lang="en-US" sz="1100" b="0" i="0" u="none" strike="noStrike">
                        <a:solidFill>
                          <a:srgbClr val="E0E0E0"/>
                        </a:solidFill>
                        <a:effectLst/>
                        <a:latin typeface="Inter" panose="02000503000000020004" pitchFamily="2" charset="0"/>
                        <a:ea typeface="Inter" panose="02000503000000020004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Sekvencijalna</a:t>
                      </a:r>
                      <a:endParaRPr lang="en-US" sz="1100" b="0" i="0" u="none" strike="noStrike">
                        <a:solidFill>
                          <a:srgbClr val="E0E0E0"/>
                        </a:solidFill>
                        <a:effectLst/>
                        <a:latin typeface="Inter" panose="02000503000000020004" pitchFamily="2" charset="0"/>
                        <a:ea typeface="Inter" panose="02000503000000020004" pitchFamily="2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05478395"/>
                  </a:ext>
                </a:extLst>
              </a:tr>
              <a:tr h="9774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Pretraga elementa</a:t>
                      </a:r>
                      <a:endParaRPr lang="en-US" sz="1100" b="0" i="0" u="none" strike="noStrike">
                        <a:solidFill>
                          <a:srgbClr val="E0E0E0"/>
                        </a:solidFill>
                        <a:effectLst/>
                        <a:latin typeface="Inter" panose="02000503000000020004" pitchFamily="2" charset="0"/>
                        <a:ea typeface="Inter" panose="02000503000000020004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Procesi</a:t>
                      </a:r>
                      <a:endParaRPr lang="en-US" sz="1100" b="0" i="0" u="none" strike="noStrike">
                        <a:solidFill>
                          <a:srgbClr val="E0E0E0"/>
                        </a:solidFill>
                        <a:effectLst/>
                        <a:latin typeface="Inter" panose="02000503000000020004" pitchFamily="2" charset="0"/>
                        <a:ea typeface="Inter" panose="02000503000000020004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20.000.000</a:t>
                      </a:r>
                      <a:endParaRPr lang="en-US" sz="1100" b="0" i="0" u="none" strike="noStrike">
                        <a:solidFill>
                          <a:srgbClr val="E0E0E0"/>
                        </a:solidFill>
                        <a:effectLst/>
                        <a:latin typeface="Inter" panose="02000503000000020004" pitchFamily="2" charset="0"/>
                        <a:ea typeface="Inter" panose="02000503000000020004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0.215</a:t>
                      </a:r>
                      <a:endParaRPr lang="en-US" sz="1100" b="0" i="0" u="none" strike="noStrike">
                        <a:solidFill>
                          <a:srgbClr val="E0E0E0"/>
                        </a:solidFill>
                        <a:effectLst/>
                        <a:latin typeface="Inter" panose="02000503000000020004" pitchFamily="2" charset="0"/>
                        <a:ea typeface="Inter" panose="02000503000000020004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1.901</a:t>
                      </a:r>
                      <a:endParaRPr lang="en-US" sz="1100" b="0" i="0" u="none" strike="noStrike">
                        <a:solidFill>
                          <a:srgbClr val="E0E0E0"/>
                        </a:solidFill>
                        <a:effectLst/>
                        <a:latin typeface="Inter" panose="02000503000000020004" pitchFamily="2" charset="0"/>
                        <a:ea typeface="Inter" panose="02000503000000020004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0.113</a:t>
                      </a:r>
                      <a:endParaRPr lang="en-US" sz="1100" b="0" i="0" u="none" strike="noStrike">
                        <a:solidFill>
                          <a:srgbClr val="E0E0E0"/>
                        </a:solidFill>
                        <a:effectLst/>
                        <a:latin typeface="Inter" panose="02000503000000020004" pitchFamily="2" charset="0"/>
                        <a:ea typeface="Inter" panose="02000503000000020004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Sekvencijalna</a:t>
                      </a:r>
                      <a:endParaRPr lang="en-US" sz="1100" b="0" i="0" u="none" strike="noStrike">
                        <a:solidFill>
                          <a:srgbClr val="E0E0E0"/>
                        </a:solidFill>
                        <a:effectLst/>
                        <a:latin typeface="Inter" panose="02000503000000020004" pitchFamily="2" charset="0"/>
                        <a:ea typeface="Inter" panose="02000503000000020004" pitchFamily="2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501206251"/>
                  </a:ext>
                </a:extLst>
              </a:tr>
              <a:tr h="9774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Simulacija mrežnih zahtjeva</a:t>
                      </a:r>
                      <a:endParaRPr lang="en-US" sz="1100" b="0" i="0" u="none" strike="noStrike">
                        <a:solidFill>
                          <a:srgbClr val="E0E0E0"/>
                        </a:solidFill>
                        <a:effectLst/>
                        <a:latin typeface="Inter" panose="02000503000000020004" pitchFamily="2" charset="0"/>
                        <a:ea typeface="Inter" panose="02000503000000020004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Niti</a:t>
                      </a:r>
                      <a:endParaRPr lang="en-US" sz="1100" b="0" i="0" u="none" strike="noStrike">
                        <a:solidFill>
                          <a:srgbClr val="E0E0E0"/>
                        </a:solidFill>
                        <a:effectLst/>
                        <a:latin typeface="Inter" panose="02000503000000020004" pitchFamily="2" charset="0"/>
                        <a:ea typeface="Inter" panose="02000503000000020004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5 zahtjeva</a:t>
                      </a:r>
                      <a:endParaRPr lang="en-US" sz="1100" b="0" i="0" u="none" strike="noStrike">
                        <a:solidFill>
                          <a:srgbClr val="E0E0E0"/>
                        </a:solidFill>
                        <a:effectLst/>
                        <a:latin typeface="Inter" panose="02000503000000020004" pitchFamily="2" charset="0"/>
                        <a:ea typeface="Inter" panose="02000503000000020004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5.001</a:t>
                      </a:r>
                      <a:endParaRPr lang="en-US" sz="1100" b="0" i="0" u="none" strike="noStrike">
                        <a:solidFill>
                          <a:srgbClr val="E0E0E0"/>
                        </a:solidFill>
                        <a:effectLst/>
                        <a:latin typeface="Inter" panose="02000503000000020004" pitchFamily="2" charset="0"/>
                        <a:ea typeface="Inter" panose="02000503000000020004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1.002</a:t>
                      </a:r>
                      <a:endParaRPr lang="en-US" sz="1100" b="0" i="0" u="none" strike="noStrike">
                        <a:solidFill>
                          <a:srgbClr val="E0E0E0"/>
                        </a:solidFill>
                        <a:effectLst/>
                        <a:latin typeface="Inter" panose="02000503000000020004" pitchFamily="2" charset="0"/>
                        <a:ea typeface="Inter" panose="02000503000000020004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4.993</a:t>
                      </a:r>
                      <a:endParaRPr lang="en-US" sz="1100" b="0" i="0" u="none" strike="noStrike">
                        <a:solidFill>
                          <a:srgbClr val="E0E0E0"/>
                        </a:solidFill>
                        <a:effectLst/>
                        <a:latin typeface="Inter" panose="02000503000000020004" pitchFamily="2" charset="0"/>
                        <a:ea typeface="Inter" panose="02000503000000020004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Paralelna</a:t>
                      </a:r>
                      <a:endParaRPr lang="en-US" sz="1100" b="1" i="0" u="none" strike="noStrike">
                        <a:solidFill>
                          <a:srgbClr val="81C784"/>
                        </a:solidFill>
                        <a:effectLst/>
                        <a:latin typeface="Inter" panose="02000503000000020004" pitchFamily="2" charset="0"/>
                        <a:ea typeface="Inter" panose="02000503000000020004" pitchFamily="2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66205576"/>
                  </a:ext>
                </a:extLst>
              </a:tr>
              <a:tr h="9774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Simulacija nezavisnih zadataka</a:t>
                      </a:r>
                      <a:endParaRPr lang="en-US" sz="1100" b="0" i="0" u="none" strike="noStrike">
                        <a:solidFill>
                          <a:srgbClr val="E0E0E0"/>
                        </a:solidFill>
                        <a:effectLst/>
                        <a:latin typeface="Inter" panose="02000503000000020004" pitchFamily="2" charset="0"/>
                        <a:ea typeface="Inter" panose="02000503000000020004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Niti</a:t>
                      </a:r>
                      <a:endParaRPr lang="en-US" sz="1100" b="0" i="0" u="none" strike="noStrike">
                        <a:solidFill>
                          <a:srgbClr val="E0E0E0"/>
                        </a:solidFill>
                        <a:effectLst/>
                        <a:latin typeface="Inter" panose="02000503000000020004" pitchFamily="2" charset="0"/>
                        <a:ea typeface="Inter" panose="02000503000000020004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4 zadatka</a:t>
                      </a:r>
                      <a:endParaRPr lang="en-US" sz="1100" b="0" i="0" u="none" strike="noStrike">
                        <a:solidFill>
                          <a:srgbClr val="E0E0E0"/>
                        </a:solidFill>
                        <a:effectLst/>
                        <a:latin typeface="Inter" panose="02000503000000020004" pitchFamily="2" charset="0"/>
                        <a:ea typeface="Inter" panose="02000503000000020004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8.001</a:t>
                      </a:r>
                      <a:endParaRPr lang="en-US" sz="1100" b="0" i="0" u="none" strike="noStrike">
                        <a:solidFill>
                          <a:srgbClr val="E0E0E0"/>
                        </a:solidFill>
                        <a:effectLst/>
                        <a:latin typeface="Inter" panose="02000503000000020004" pitchFamily="2" charset="0"/>
                        <a:ea typeface="Inter" panose="02000503000000020004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2.002</a:t>
                      </a:r>
                      <a:endParaRPr lang="en-US" sz="1100" b="0" i="0" u="none" strike="noStrike">
                        <a:solidFill>
                          <a:srgbClr val="E0E0E0"/>
                        </a:solidFill>
                        <a:effectLst/>
                        <a:latin typeface="Inter" panose="02000503000000020004" pitchFamily="2" charset="0"/>
                        <a:ea typeface="Inter" panose="02000503000000020004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3.997</a:t>
                      </a:r>
                      <a:endParaRPr lang="en-US" sz="1100" b="0" i="0" u="none" strike="noStrike">
                        <a:solidFill>
                          <a:srgbClr val="E0E0E0"/>
                        </a:solidFill>
                        <a:effectLst/>
                        <a:latin typeface="Inter" panose="02000503000000020004" pitchFamily="2" charset="0"/>
                        <a:ea typeface="Inter" panose="02000503000000020004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Paralelna</a:t>
                      </a:r>
                      <a:endParaRPr lang="en-US" sz="1100" b="1" i="0" u="none" strike="noStrike">
                        <a:solidFill>
                          <a:srgbClr val="81C784"/>
                        </a:solidFill>
                        <a:effectLst/>
                        <a:latin typeface="Inter" panose="02000503000000020004" pitchFamily="2" charset="0"/>
                        <a:ea typeface="Inter" panose="02000503000000020004" pitchFamily="2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864010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15282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4B2B07-4934-BCFF-5F78-593AC3E75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1450D24-339C-CF2D-146F-0D8848D931B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35C9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8529859-7471-6D82-08F6-B9E740C3BD84}"/>
              </a:ext>
            </a:extLst>
          </p:cNvPr>
          <p:cNvSpPr txBox="1"/>
          <p:nvPr/>
        </p:nvSpPr>
        <p:spPr>
          <a:xfrm>
            <a:off x="1524000" y="2921168"/>
            <a:ext cx="9144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BA" sz="6000" b="1">
                <a:solidFill>
                  <a:schemeClr val="bg1">
                    <a:lumMod val="9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HVALA VAM NA PAŽNJI</a:t>
            </a:r>
            <a:endParaRPr lang="en-US" sz="6000" b="1">
              <a:solidFill>
                <a:schemeClr val="bg1">
                  <a:lumMod val="95000"/>
                </a:schemeClr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29632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577</Words>
  <Application>Microsoft Office PowerPoint</Application>
  <PresentationFormat>Widescreen</PresentationFormat>
  <Paragraphs>131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Inter</vt:lpstr>
      <vt:lpstr>Calibri</vt:lpstr>
      <vt:lpstr>Calibri Light</vt:lpstr>
      <vt:lpstr>Times New Roman</vt:lpstr>
      <vt:lpstr>Wingdings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ipdeveloper2001@gmail.com</dc:creator>
  <cp:lastModifiedBy>ipdeveloper2001@gmail.com</cp:lastModifiedBy>
  <cp:revision>2</cp:revision>
  <dcterms:created xsi:type="dcterms:W3CDTF">2026-09-09T03:43:11Z</dcterms:created>
  <dcterms:modified xsi:type="dcterms:W3CDTF">2026-09-09T04:12:30Z</dcterms:modified>
</cp:coreProperties>
</file>